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2" r:id="rId2"/>
    <p:sldId id="283" r:id="rId3"/>
    <p:sldId id="284" r:id="rId4"/>
    <p:sldId id="285" r:id="rId5"/>
  </p:sldIdLst>
  <p:sldSz cx="20104100" cy="14217650"/>
  <p:notesSz cx="20104100" cy="142176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A327B0-D744-48AB-910B-C87D466076FC}" v="61" dt="2026-01-30T03:54:11.96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1830" y="27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1 유일" userId="28fef2f8f76eeed0" providerId="LiveId" clId="{DED42B73-AD8A-46D4-B093-B6F310CE0A1F}"/>
    <pc:docChg chg="undo custSel addSld delSld modSld sldOrd">
      <pc:chgData name="U1 유일" userId="28fef2f8f76eeed0" providerId="LiveId" clId="{DED42B73-AD8A-46D4-B093-B6F310CE0A1F}" dt="2026-01-30T03:56:13.570" v="1915" actId="20577"/>
      <pc:docMkLst>
        <pc:docMk/>
      </pc:docMkLst>
      <pc:sldChg chg="del">
        <pc:chgData name="U1 유일" userId="28fef2f8f76eeed0" providerId="LiveId" clId="{DED42B73-AD8A-46D4-B093-B6F310CE0A1F}" dt="2026-01-30T00:49:30.919" v="0" actId="2696"/>
        <pc:sldMkLst>
          <pc:docMk/>
          <pc:sldMk cId="122891817" sldId="261"/>
        </pc:sldMkLst>
      </pc:sldChg>
      <pc:sldChg chg="del">
        <pc:chgData name="U1 유일" userId="28fef2f8f76eeed0" providerId="LiveId" clId="{DED42B73-AD8A-46D4-B093-B6F310CE0A1F}" dt="2026-01-30T00:49:30.919" v="0" actId="2696"/>
        <pc:sldMkLst>
          <pc:docMk/>
          <pc:sldMk cId="3551595589" sldId="268"/>
        </pc:sldMkLst>
      </pc:sldChg>
      <pc:sldChg chg="del">
        <pc:chgData name="U1 유일" userId="28fef2f8f76eeed0" providerId="LiveId" clId="{DED42B73-AD8A-46D4-B093-B6F310CE0A1F}" dt="2026-01-30T00:49:30.919" v="0" actId="2696"/>
        <pc:sldMkLst>
          <pc:docMk/>
          <pc:sldMk cId="2765420047" sldId="269"/>
        </pc:sldMkLst>
      </pc:sldChg>
      <pc:sldChg chg="del">
        <pc:chgData name="U1 유일" userId="28fef2f8f76eeed0" providerId="LiveId" clId="{DED42B73-AD8A-46D4-B093-B6F310CE0A1F}" dt="2026-01-30T00:49:30.919" v="0" actId="2696"/>
        <pc:sldMkLst>
          <pc:docMk/>
          <pc:sldMk cId="1185682432" sldId="270"/>
        </pc:sldMkLst>
      </pc:sldChg>
      <pc:sldChg chg="addSp delSp modSp del mod">
        <pc:chgData name="U1 유일" userId="28fef2f8f76eeed0" providerId="LiveId" clId="{DED42B73-AD8A-46D4-B093-B6F310CE0A1F}" dt="2026-01-30T03:34:31.063" v="1695" actId="2696"/>
        <pc:sldMkLst>
          <pc:docMk/>
          <pc:sldMk cId="1200966764" sldId="271"/>
        </pc:sldMkLst>
        <pc:picChg chg="add mod">
          <ac:chgData name="U1 유일" userId="28fef2f8f76eeed0" providerId="LiveId" clId="{DED42B73-AD8A-46D4-B093-B6F310CE0A1F}" dt="2026-01-30T00:56:05.259" v="8" actId="1076"/>
          <ac:picMkLst>
            <pc:docMk/>
            <pc:sldMk cId="1200966764" sldId="271"/>
            <ac:picMk id="3" creationId="{5BB206C0-1371-315E-0474-D75FA1000559}"/>
          </ac:picMkLst>
        </pc:picChg>
        <pc:picChg chg="add mod">
          <ac:chgData name="U1 유일" userId="28fef2f8f76eeed0" providerId="LiveId" clId="{DED42B73-AD8A-46D4-B093-B6F310CE0A1F}" dt="2026-01-30T00:57:15.389" v="18" actId="14100"/>
          <ac:picMkLst>
            <pc:docMk/>
            <pc:sldMk cId="1200966764" sldId="271"/>
            <ac:picMk id="7" creationId="{C47C6D7F-9B90-FE4A-E949-05C8752E5389}"/>
          </ac:picMkLst>
        </pc:picChg>
        <pc:picChg chg="mod">
          <ac:chgData name="U1 유일" userId="28fef2f8f76eeed0" providerId="LiveId" clId="{DED42B73-AD8A-46D4-B093-B6F310CE0A1F}" dt="2026-01-30T00:55:58.601" v="2" actId="1076"/>
          <ac:picMkLst>
            <pc:docMk/>
            <pc:sldMk cId="1200966764" sldId="271"/>
            <ac:picMk id="22" creationId="{4B693668-52B1-CAC5-E432-9A603F91A2CA}"/>
          </ac:picMkLst>
        </pc:picChg>
        <pc:picChg chg="del">
          <ac:chgData name="U1 유일" userId="28fef2f8f76eeed0" providerId="LiveId" clId="{DED42B73-AD8A-46D4-B093-B6F310CE0A1F}" dt="2026-01-30T00:54:21.154" v="1" actId="21"/>
          <ac:picMkLst>
            <pc:docMk/>
            <pc:sldMk cId="1200966764" sldId="271"/>
            <ac:picMk id="24" creationId="{D0F4AE08-DF3E-D360-BF43-5E205F4416D5}"/>
          </ac:picMkLst>
        </pc:picChg>
        <pc:picChg chg="del mod">
          <ac:chgData name="U1 유일" userId="28fef2f8f76eeed0" providerId="LiveId" clId="{DED42B73-AD8A-46D4-B093-B6F310CE0A1F}" dt="2026-01-30T00:57:24.408" v="19" actId="21"/>
          <ac:picMkLst>
            <pc:docMk/>
            <pc:sldMk cId="1200966764" sldId="271"/>
            <ac:picMk id="28" creationId="{3D5E187D-6994-CC4A-FEA4-830F9F2953CF}"/>
          </ac:picMkLst>
        </pc:picChg>
      </pc:sldChg>
      <pc:sldChg chg="del">
        <pc:chgData name="U1 유일" userId="28fef2f8f76eeed0" providerId="LiveId" clId="{DED42B73-AD8A-46D4-B093-B6F310CE0A1F}" dt="2026-01-30T03:33:32.682" v="1683" actId="2696"/>
        <pc:sldMkLst>
          <pc:docMk/>
          <pc:sldMk cId="508597865" sldId="272"/>
        </pc:sldMkLst>
      </pc:sldChg>
      <pc:sldChg chg="addSp modSp del mod">
        <pc:chgData name="U1 유일" userId="28fef2f8f76eeed0" providerId="LiveId" clId="{DED42B73-AD8A-46D4-B093-B6F310CE0A1F}" dt="2026-01-30T03:33:29.640" v="1682" actId="2696"/>
        <pc:sldMkLst>
          <pc:docMk/>
          <pc:sldMk cId="4033180096" sldId="273"/>
        </pc:sldMkLst>
        <pc:picChg chg="add mod">
          <ac:chgData name="U1 유일" userId="28fef2f8f76eeed0" providerId="LiveId" clId="{DED42B73-AD8A-46D4-B093-B6F310CE0A1F}" dt="2026-01-30T01:37:33.180" v="23" actId="1076"/>
          <ac:picMkLst>
            <pc:docMk/>
            <pc:sldMk cId="4033180096" sldId="273"/>
            <ac:picMk id="4" creationId="{AA8C930F-9F98-86F2-0A3A-8CDFD90D1015}"/>
          </ac:picMkLst>
        </pc:picChg>
      </pc:sldChg>
      <pc:sldChg chg="del ord">
        <pc:chgData name="U1 유일" userId="28fef2f8f76eeed0" providerId="LiveId" clId="{DED42B73-AD8A-46D4-B093-B6F310CE0A1F}" dt="2026-01-30T03:33:27.401" v="1681" actId="2696"/>
        <pc:sldMkLst>
          <pc:docMk/>
          <pc:sldMk cId="1980596549" sldId="278"/>
        </pc:sldMkLst>
      </pc:sldChg>
      <pc:sldChg chg="del">
        <pc:chgData name="U1 유일" userId="28fef2f8f76eeed0" providerId="LiveId" clId="{DED42B73-AD8A-46D4-B093-B6F310CE0A1F}" dt="2026-01-30T03:33:42.130" v="1685" actId="2696"/>
        <pc:sldMkLst>
          <pc:docMk/>
          <pc:sldMk cId="4010756051" sldId="279"/>
        </pc:sldMkLst>
      </pc:sldChg>
      <pc:sldChg chg="del">
        <pc:chgData name="U1 유일" userId="28fef2f8f76eeed0" providerId="LiveId" clId="{DED42B73-AD8A-46D4-B093-B6F310CE0A1F}" dt="2026-01-30T03:33:39.002" v="1684" actId="2696"/>
        <pc:sldMkLst>
          <pc:docMk/>
          <pc:sldMk cId="1219984679" sldId="280"/>
        </pc:sldMkLst>
      </pc:sldChg>
      <pc:sldChg chg="addSp delSp modSp new del mod">
        <pc:chgData name="U1 유일" userId="28fef2f8f76eeed0" providerId="LiveId" clId="{DED42B73-AD8A-46D4-B093-B6F310CE0A1F}" dt="2026-01-30T03:15:36.652" v="1099" actId="2696"/>
        <pc:sldMkLst>
          <pc:docMk/>
          <pc:sldMk cId="3314835491" sldId="281"/>
        </pc:sldMkLst>
        <pc:spChg chg="del">
          <ac:chgData name="U1 유일" userId="28fef2f8f76eeed0" providerId="LiveId" clId="{DED42B73-AD8A-46D4-B093-B6F310CE0A1F}" dt="2026-01-30T02:15:34.940" v="25" actId="478"/>
          <ac:spMkLst>
            <pc:docMk/>
            <pc:sldMk cId="3314835491" sldId="281"/>
            <ac:spMk id="2" creationId="{793ABC5C-7D78-1605-6420-D1623A75C1DE}"/>
          </ac:spMkLst>
        </pc:spChg>
        <pc:spChg chg="del">
          <ac:chgData name="U1 유일" userId="28fef2f8f76eeed0" providerId="LiveId" clId="{DED42B73-AD8A-46D4-B093-B6F310CE0A1F}" dt="2026-01-30T02:15:36.967" v="26" actId="478"/>
          <ac:spMkLst>
            <pc:docMk/>
            <pc:sldMk cId="3314835491" sldId="281"/>
            <ac:spMk id="3" creationId="{EB6CDF18-30A5-6209-A508-32FB633E9536}"/>
          </ac:spMkLst>
        </pc:spChg>
        <pc:spChg chg="add mod">
          <ac:chgData name="U1 유일" userId="28fef2f8f76eeed0" providerId="LiveId" clId="{DED42B73-AD8A-46D4-B093-B6F310CE0A1F}" dt="2026-01-30T02:55:55.695" v="175" actId="1076"/>
          <ac:spMkLst>
            <pc:docMk/>
            <pc:sldMk cId="3314835491" sldId="281"/>
            <ac:spMk id="14" creationId="{442CF250-9959-A99A-E79F-1CD81E3B24FF}"/>
          </ac:spMkLst>
        </pc:spChg>
        <pc:spChg chg="add mod">
          <ac:chgData name="U1 유일" userId="28fef2f8f76eeed0" providerId="LiveId" clId="{DED42B73-AD8A-46D4-B093-B6F310CE0A1F}" dt="2026-01-30T02:55:52.356" v="174" actId="1076"/>
          <ac:spMkLst>
            <pc:docMk/>
            <pc:sldMk cId="3314835491" sldId="281"/>
            <ac:spMk id="19" creationId="{03DA904E-0641-B4DC-5719-7F5390EDE5F1}"/>
          </ac:spMkLst>
        </pc:spChg>
        <pc:spChg chg="add mod">
          <ac:chgData name="U1 유일" userId="28fef2f8f76eeed0" providerId="LiveId" clId="{DED42B73-AD8A-46D4-B093-B6F310CE0A1F}" dt="2026-01-30T02:55:43.403" v="173" actId="20577"/>
          <ac:spMkLst>
            <pc:docMk/>
            <pc:sldMk cId="3314835491" sldId="281"/>
            <ac:spMk id="20" creationId="{F9CAEEAF-BB26-502B-342D-E83B2B54EFF6}"/>
          </ac:spMkLst>
        </pc:spChg>
        <pc:picChg chg="add del mod">
          <ac:chgData name="U1 유일" userId="28fef2f8f76eeed0" providerId="LiveId" clId="{DED42B73-AD8A-46D4-B093-B6F310CE0A1F}" dt="2026-01-30T02:56:24.897" v="176" actId="21"/>
          <ac:picMkLst>
            <pc:docMk/>
            <pc:sldMk cId="3314835491" sldId="281"/>
            <ac:picMk id="5" creationId="{3FEEDBC5-69B2-7C62-D9DB-064FF1DB4780}"/>
          </ac:picMkLst>
        </pc:picChg>
        <pc:picChg chg="add mod">
          <ac:chgData name="U1 유일" userId="28fef2f8f76eeed0" providerId="LiveId" clId="{DED42B73-AD8A-46D4-B093-B6F310CE0A1F}" dt="2026-01-30T02:49:16.484" v="43" actId="14100"/>
          <ac:picMkLst>
            <pc:docMk/>
            <pc:sldMk cId="3314835491" sldId="281"/>
            <ac:picMk id="7" creationId="{4B59AAA7-9673-CD7A-B7C7-F3F696F5810C}"/>
          </ac:picMkLst>
        </pc:picChg>
        <pc:picChg chg="add del mod">
          <ac:chgData name="U1 유일" userId="28fef2f8f76eeed0" providerId="LiveId" clId="{DED42B73-AD8A-46D4-B093-B6F310CE0A1F}" dt="2026-01-30T02:51:41.944" v="53" actId="478"/>
          <ac:picMkLst>
            <pc:docMk/>
            <pc:sldMk cId="3314835491" sldId="281"/>
            <ac:picMk id="9" creationId="{925C9084-4739-0A72-A2F7-547C401642C8}"/>
          </ac:picMkLst>
        </pc:picChg>
        <pc:picChg chg="add del mod">
          <ac:chgData name="U1 유일" userId="28fef2f8f76eeed0" providerId="LiveId" clId="{DED42B73-AD8A-46D4-B093-B6F310CE0A1F}" dt="2026-01-30T02:52:46.529" v="61" actId="478"/>
          <ac:picMkLst>
            <pc:docMk/>
            <pc:sldMk cId="3314835491" sldId="281"/>
            <ac:picMk id="11" creationId="{36A254D0-900A-0BEE-F1B7-0C793CF025BE}"/>
          </ac:picMkLst>
        </pc:picChg>
        <pc:picChg chg="add mod">
          <ac:chgData name="U1 유일" userId="28fef2f8f76eeed0" providerId="LiveId" clId="{DED42B73-AD8A-46D4-B093-B6F310CE0A1F}" dt="2026-01-30T02:52:52.549" v="66" actId="1076"/>
          <ac:picMkLst>
            <pc:docMk/>
            <pc:sldMk cId="3314835491" sldId="281"/>
            <ac:picMk id="13" creationId="{16D34B84-B46C-C4E3-73A6-1EA03AD01C60}"/>
          </ac:picMkLst>
        </pc:picChg>
        <pc:picChg chg="add mod">
          <ac:chgData name="U1 유일" userId="28fef2f8f76eeed0" providerId="LiveId" clId="{DED42B73-AD8A-46D4-B093-B6F310CE0A1F}" dt="2026-01-30T02:54:02.294" v="105" actId="1076"/>
          <ac:picMkLst>
            <pc:docMk/>
            <pc:sldMk cId="3314835491" sldId="281"/>
            <ac:picMk id="16" creationId="{2FC0F7DB-3FE6-EFAE-A30B-752FA3DF3564}"/>
          </ac:picMkLst>
        </pc:picChg>
        <pc:picChg chg="add mod">
          <ac:chgData name="U1 유일" userId="28fef2f8f76eeed0" providerId="LiveId" clId="{DED42B73-AD8A-46D4-B093-B6F310CE0A1F}" dt="2026-01-30T02:55:00.216" v="113" actId="14100"/>
          <ac:picMkLst>
            <pc:docMk/>
            <pc:sldMk cId="3314835491" sldId="281"/>
            <ac:picMk id="18" creationId="{F7D96F9B-5BA6-655F-3CCA-D8633B957718}"/>
          </ac:picMkLst>
        </pc:picChg>
        <pc:picChg chg="add mod">
          <ac:chgData name="U1 유일" userId="28fef2f8f76eeed0" providerId="LiveId" clId="{DED42B73-AD8A-46D4-B093-B6F310CE0A1F}" dt="2026-01-30T03:06:08.437" v="321" actId="14100"/>
          <ac:picMkLst>
            <pc:docMk/>
            <pc:sldMk cId="3314835491" sldId="281"/>
            <ac:picMk id="22" creationId="{AD4A7045-EB43-0623-330B-BD4B7D5B184D}"/>
          </ac:picMkLst>
        </pc:picChg>
      </pc:sldChg>
      <pc:sldChg chg="addSp delSp modSp new mod">
        <pc:chgData name="U1 유일" userId="28fef2f8f76eeed0" providerId="LiveId" clId="{DED42B73-AD8A-46D4-B093-B6F310CE0A1F}" dt="2026-01-30T03:15:24.105" v="1098" actId="21"/>
        <pc:sldMkLst>
          <pc:docMk/>
          <pc:sldMk cId="923959261" sldId="282"/>
        </pc:sldMkLst>
        <pc:spChg chg="del">
          <ac:chgData name="U1 유일" userId="28fef2f8f76eeed0" providerId="LiveId" clId="{DED42B73-AD8A-46D4-B093-B6F310CE0A1F}" dt="2026-01-30T02:59:07.769" v="184" actId="21"/>
          <ac:spMkLst>
            <pc:docMk/>
            <pc:sldMk cId="923959261" sldId="282"/>
            <ac:spMk id="2" creationId="{88806C87-419D-09D8-8D6E-48C15DA07820}"/>
          </ac:spMkLst>
        </pc:spChg>
        <pc:spChg chg="del">
          <ac:chgData name="U1 유일" userId="28fef2f8f76eeed0" providerId="LiveId" clId="{DED42B73-AD8A-46D4-B093-B6F310CE0A1F}" dt="2026-01-30T02:59:10.372" v="185" actId="21"/>
          <ac:spMkLst>
            <pc:docMk/>
            <pc:sldMk cId="923959261" sldId="282"/>
            <ac:spMk id="3" creationId="{5D0340CD-2BF6-2121-DD2C-C25265D96453}"/>
          </ac:spMkLst>
        </pc:spChg>
        <pc:spChg chg="add del mod">
          <ac:chgData name="U1 유일" userId="28fef2f8f76eeed0" providerId="LiveId" clId="{DED42B73-AD8A-46D4-B093-B6F310CE0A1F}" dt="2026-01-30T03:08:22.284" v="764" actId="6549"/>
          <ac:spMkLst>
            <pc:docMk/>
            <pc:sldMk cId="923959261" sldId="282"/>
            <ac:spMk id="5" creationId="{B80959C2-B393-9695-EC24-7994A69BCBF3}"/>
          </ac:spMkLst>
        </pc:spChg>
        <pc:spChg chg="add mod">
          <ac:chgData name="U1 유일" userId="28fef2f8f76eeed0" providerId="LiveId" clId="{DED42B73-AD8A-46D4-B093-B6F310CE0A1F}" dt="2026-01-30T03:00:24.925" v="203" actId="255"/>
          <ac:spMkLst>
            <pc:docMk/>
            <pc:sldMk cId="923959261" sldId="282"/>
            <ac:spMk id="7" creationId="{74DA6B86-39F0-663F-7F30-2FCC506CC3D4}"/>
          </ac:spMkLst>
        </pc:spChg>
        <pc:spChg chg="add mod">
          <ac:chgData name="U1 유일" userId="28fef2f8f76eeed0" providerId="LiveId" clId="{DED42B73-AD8A-46D4-B093-B6F310CE0A1F}" dt="2026-01-30T03:04:35.568" v="305" actId="1076"/>
          <ac:spMkLst>
            <pc:docMk/>
            <pc:sldMk cId="923959261" sldId="282"/>
            <ac:spMk id="10" creationId="{A6D4C4ED-5627-F0A9-B1E1-45A2E92007DB}"/>
          </ac:spMkLst>
        </pc:spChg>
        <pc:spChg chg="add mod">
          <ac:chgData name="U1 유일" userId="28fef2f8f76eeed0" providerId="LiveId" clId="{DED42B73-AD8A-46D4-B093-B6F310CE0A1F}" dt="2026-01-30T03:05:48.726" v="315" actId="1076"/>
          <ac:spMkLst>
            <pc:docMk/>
            <pc:sldMk cId="923959261" sldId="282"/>
            <ac:spMk id="13" creationId="{B0FF3365-3992-9EE9-C4A1-64C935FA6130}"/>
          </ac:spMkLst>
        </pc:spChg>
        <pc:spChg chg="add mod">
          <ac:chgData name="U1 유일" userId="28fef2f8f76eeed0" providerId="LiveId" clId="{DED42B73-AD8A-46D4-B093-B6F310CE0A1F}" dt="2026-01-30T03:05:58.251" v="318" actId="1076"/>
          <ac:spMkLst>
            <pc:docMk/>
            <pc:sldMk cId="923959261" sldId="282"/>
            <ac:spMk id="14" creationId="{87272DFA-2D44-3D3D-F8D1-FF70E931DBBA}"/>
          </ac:spMkLst>
        </pc:spChg>
        <pc:spChg chg="add">
          <ac:chgData name="U1 유일" userId="28fef2f8f76eeed0" providerId="LiveId" clId="{DED42B73-AD8A-46D4-B093-B6F310CE0A1F}" dt="2026-01-30T03:05:35.198" v="311" actId="11529"/>
          <ac:spMkLst>
            <pc:docMk/>
            <pc:sldMk cId="923959261" sldId="282"/>
            <ac:spMk id="15" creationId="{071418AC-28A2-AE04-B2D1-FE6AEC082ADA}"/>
          </ac:spMkLst>
        </pc:spChg>
        <pc:spChg chg="add mod">
          <ac:chgData name="U1 유일" userId="28fef2f8f76eeed0" providerId="LiveId" clId="{DED42B73-AD8A-46D4-B093-B6F310CE0A1F}" dt="2026-01-30T03:05:53.052" v="316" actId="1076"/>
          <ac:spMkLst>
            <pc:docMk/>
            <pc:sldMk cId="923959261" sldId="282"/>
            <ac:spMk id="16" creationId="{2C4078D3-C1DD-FF38-B551-F3D375B21D60}"/>
          </ac:spMkLst>
        </pc:spChg>
        <pc:spChg chg="add del mod">
          <ac:chgData name="U1 유일" userId="28fef2f8f76eeed0" providerId="LiveId" clId="{DED42B73-AD8A-46D4-B093-B6F310CE0A1F}" dt="2026-01-30T03:15:24.105" v="1098" actId="21"/>
          <ac:spMkLst>
            <pc:docMk/>
            <pc:sldMk cId="923959261" sldId="282"/>
            <ac:spMk id="21" creationId="{0A6CD8BE-89AE-4AAA-1614-7C2B96D07A34}"/>
          </ac:spMkLst>
        </pc:spChg>
        <pc:spChg chg="add mod">
          <ac:chgData name="U1 유일" userId="28fef2f8f76eeed0" providerId="LiveId" clId="{DED42B73-AD8A-46D4-B093-B6F310CE0A1F}" dt="2026-01-30T03:09:21.018" v="990" actId="6549"/>
          <ac:spMkLst>
            <pc:docMk/>
            <pc:sldMk cId="923959261" sldId="282"/>
            <ac:spMk id="22" creationId="{8B751F83-AD13-1096-822C-0FE9F7749280}"/>
          </ac:spMkLst>
        </pc:spChg>
        <pc:spChg chg="add mod">
          <ac:chgData name="U1 유일" userId="28fef2f8f76eeed0" providerId="LiveId" clId="{DED42B73-AD8A-46D4-B093-B6F310CE0A1F}" dt="2026-01-30T03:11:26.547" v="1022" actId="1076"/>
          <ac:spMkLst>
            <pc:docMk/>
            <pc:sldMk cId="923959261" sldId="282"/>
            <ac:spMk id="24" creationId="{572BA0E9-270B-94AC-11F0-C51EF9A97663}"/>
          </ac:spMkLst>
        </pc:spChg>
        <pc:spChg chg="add mod">
          <ac:chgData name="U1 유일" userId="28fef2f8f76eeed0" providerId="LiveId" clId="{DED42B73-AD8A-46D4-B093-B6F310CE0A1F}" dt="2026-01-30T03:11:49.674" v="1041" actId="1076"/>
          <ac:spMkLst>
            <pc:docMk/>
            <pc:sldMk cId="923959261" sldId="282"/>
            <ac:spMk id="26" creationId="{3BE3C4CB-F472-FDD1-2F62-D41914EFB27A}"/>
          </ac:spMkLst>
        </pc:spChg>
        <pc:spChg chg="add mod">
          <ac:chgData name="U1 유일" userId="28fef2f8f76eeed0" providerId="LiveId" clId="{DED42B73-AD8A-46D4-B093-B6F310CE0A1F}" dt="2026-01-30T03:13:02.950" v="1057" actId="1076"/>
          <ac:spMkLst>
            <pc:docMk/>
            <pc:sldMk cId="923959261" sldId="282"/>
            <ac:spMk id="28" creationId="{89D5C119-3F6C-ED76-981D-52966E45B70B}"/>
          </ac:spMkLst>
        </pc:spChg>
        <pc:spChg chg="add mod">
          <ac:chgData name="U1 유일" userId="28fef2f8f76eeed0" providerId="LiveId" clId="{DED42B73-AD8A-46D4-B093-B6F310CE0A1F}" dt="2026-01-30T03:12:45.081" v="1054" actId="1076"/>
          <ac:spMkLst>
            <pc:docMk/>
            <pc:sldMk cId="923959261" sldId="282"/>
            <ac:spMk id="30" creationId="{C481863A-D481-0698-7A89-91BCA45C25EE}"/>
          </ac:spMkLst>
        </pc:spChg>
        <pc:spChg chg="add mod">
          <ac:chgData name="U1 유일" userId="28fef2f8f76eeed0" providerId="LiveId" clId="{DED42B73-AD8A-46D4-B093-B6F310CE0A1F}" dt="2026-01-30T03:13:38.188" v="1085" actId="1076"/>
          <ac:spMkLst>
            <pc:docMk/>
            <pc:sldMk cId="923959261" sldId="282"/>
            <ac:spMk id="32" creationId="{B3D97CA8-F5B9-7257-CBB7-BAF1D10D3CB5}"/>
          </ac:spMkLst>
        </pc:spChg>
        <pc:spChg chg="add mod">
          <ac:chgData name="U1 유일" userId="28fef2f8f76eeed0" providerId="LiveId" clId="{DED42B73-AD8A-46D4-B093-B6F310CE0A1F}" dt="2026-01-30T03:15:16.788" v="1097" actId="207"/>
          <ac:spMkLst>
            <pc:docMk/>
            <pc:sldMk cId="923959261" sldId="282"/>
            <ac:spMk id="38" creationId="{30E0C733-853D-D078-0FE6-4774692C21A3}"/>
          </ac:spMkLst>
        </pc:spChg>
        <pc:picChg chg="add mod">
          <ac:chgData name="U1 유일" userId="28fef2f8f76eeed0" providerId="LiveId" clId="{DED42B73-AD8A-46D4-B093-B6F310CE0A1F}" dt="2026-01-30T03:02:48.431" v="278" actId="1076"/>
          <ac:picMkLst>
            <pc:docMk/>
            <pc:sldMk cId="923959261" sldId="282"/>
            <ac:picMk id="8" creationId="{EF7E939E-BB62-3CC1-1CBC-5A56CBF9B429}"/>
          </ac:picMkLst>
        </pc:picChg>
        <pc:picChg chg="add mod">
          <ac:chgData name="U1 유일" userId="28fef2f8f76eeed0" providerId="LiveId" clId="{DED42B73-AD8A-46D4-B093-B6F310CE0A1F}" dt="2026-01-30T03:02:55.641" v="282" actId="14100"/>
          <ac:picMkLst>
            <pc:docMk/>
            <pc:sldMk cId="923959261" sldId="282"/>
            <ac:picMk id="9" creationId="{8A8C7E2E-2C4E-9AC4-DD7A-A3B21DCFA043}"/>
          </ac:picMkLst>
        </pc:picChg>
        <pc:picChg chg="add mod">
          <ac:chgData name="U1 유일" userId="28fef2f8f76eeed0" providerId="LiveId" clId="{DED42B73-AD8A-46D4-B093-B6F310CE0A1F}" dt="2026-01-30T03:05:45.282" v="314" actId="1076"/>
          <ac:picMkLst>
            <pc:docMk/>
            <pc:sldMk cId="923959261" sldId="282"/>
            <ac:picMk id="11" creationId="{F996A086-8C5A-43B2-99EB-2E3C6DD81816}"/>
          </ac:picMkLst>
        </pc:picChg>
        <pc:picChg chg="add mod">
          <ac:chgData name="U1 유일" userId="28fef2f8f76eeed0" providerId="LiveId" clId="{DED42B73-AD8A-46D4-B093-B6F310CE0A1F}" dt="2026-01-30T03:05:55.331" v="317" actId="1076"/>
          <ac:picMkLst>
            <pc:docMk/>
            <pc:sldMk cId="923959261" sldId="282"/>
            <ac:picMk id="12" creationId="{700D1CE1-4576-5C1A-15EF-9300F1E9373A}"/>
          </ac:picMkLst>
        </pc:picChg>
        <pc:picChg chg="add del mod">
          <ac:chgData name="U1 유일" userId="28fef2f8f76eeed0" providerId="LiveId" clId="{DED42B73-AD8A-46D4-B093-B6F310CE0A1F}" dt="2026-01-30T03:07:59.695" v="544" actId="21"/>
          <ac:picMkLst>
            <pc:docMk/>
            <pc:sldMk cId="923959261" sldId="282"/>
            <ac:picMk id="17" creationId="{F410C2EE-32C3-116C-D9C1-BC913605EB3C}"/>
          </ac:picMkLst>
        </pc:picChg>
        <pc:picChg chg="add mod">
          <ac:chgData name="U1 유일" userId="28fef2f8f76eeed0" providerId="LiveId" clId="{DED42B73-AD8A-46D4-B093-B6F310CE0A1F}" dt="2026-01-30T03:13:02.950" v="1057" actId="1076"/>
          <ac:picMkLst>
            <pc:docMk/>
            <pc:sldMk cId="923959261" sldId="282"/>
            <ac:picMk id="19" creationId="{BAF929D7-F91F-780C-A909-A0BFAF883DF6}"/>
          </ac:picMkLst>
        </pc:picChg>
        <pc:picChg chg="add mod">
          <ac:chgData name="U1 유일" userId="28fef2f8f76eeed0" providerId="LiveId" clId="{DED42B73-AD8A-46D4-B093-B6F310CE0A1F}" dt="2026-01-30T03:15:06.594" v="1094" actId="1076"/>
          <ac:picMkLst>
            <pc:docMk/>
            <pc:sldMk cId="923959261" sldId="282"/>
            <ac:picMk id="34" creationId="{A1E9A9AA-01C9-438E-D14E-E06001851961}"/>
          </ac:picMkLst>
        </pc:picChg>
        <pc:picChg chg="add del">
          <ac:chgData name="U1 유일" userId="28fef2f8f76eeed0" providerId="LiveId" clId="{DED42B73-AD8A-46D4-B093-B6F310CE0A1F}" dt="2026-01-30T03:14:36.015" v="1090" actId="21"/>
          <ac:picMkLst>
            <pc:docMk/>
            <pc:sldMk cId="923959261" sldId="282"/>
            <ac:picMk id="36" creationId="{ACD204FF-F807-0AE2-5EA0-5F996AEF39D7}"/>
          </ac:picMkLst>
        </pc:picChg>
      </pc:sldChg>
      <pc:sldChg chg="addSp delSp modSp new mod">
        <pc:chgData name="U1 유일" userId="28fef2f8f76eeed0" providerId="LiveId" clId="{DED42B73-AD8A-46D4-B093-B6F310CE0A1F}" dt="2026-01-30T03:31:46.106" v="1675" actId="21"/>
        <pc:sldMkLst>
          <pc:docMk/>
          <pc:sldMk cId="98626113" sldId="283"/>
        </pc:sldMkLst>
        <pc:spChg chg="del">
          <ac:chgData name="U1 유일" userId="28fef2f8f76eeed0" providerId="LiveId" clId="{DED42B73-AD8A-46D4-B093-B6F310CE0A1F}" dt="2026-01-30T03:16:09.001" v="1101" actId="478"/>
          <ac:spMkLst>
            <pc:docMk/>
            <pc:sldMk cId="98626113" sldId="283"/>
            <ac:spMk id="2" creationId="{34A52B01-7E82-B23F-EC8B-85CD163E0BC3}"/>
          </ac:spMkLst>
        </pc:spChg>
        <pc:spChg chg="del">
          <ac:chgData name="U1 유일" userId="28fef2f8f76eeed0" providerId="LiveId" clId="{DED42B73-AD8A-46D4-B093-B6F310CE0A1F}" dt="2026-01-30T03:16:14.690" v="1102" actId="478"/>
          <ac:spMkLst>
            <pc:docMk/>
            <pc:sldMk cId="98626113" sldId="283"/>
            <ac:spMk id="3" creationId="{42CD2539-2F77-5EF6-96FA-2009227A8A0C}"/>
          </ac:spMkLst>
        </pc:spChg>
        <pc:spChg chg="add mod">
          <ac:chgData name="U1 유일" userId="28fef2f8f76eeed0" providerId="LiveId" clId="{DED42B73-AD8A-46D4-B093-B6F310CE0A1F}" dt="2026-01-30T03:18:59.784" v="1172" actId="20577"/>
          <ac:spMkLst>
            <pc:docMk/>
            <pc:sldMk cId="98626113" sldId="283"/>
            <ac:spMk id="5" creationId="{1F9066FE-61B6-1B0D-B633-A5542529A0E3}"/>
          </ac:spMkLst>
        </pc:spChg>
        <pc:spChg chg="add mod">
          <ac:chgData name="U1 유일" userId="28fef2f8f76eeed0" providerId="LiveId" clId="{DED42B73-AD8A-46D4-B093-B6F310CE0A1F}" dt="2026-01-30T03:18:27.670" v="1136" actId="1076"/>
          <ac:spMkLst>
            <pc:docMk/>
            <pc:sldMk cId="98626113" sldId="283"/>
            <ac:spMk id="6" creationId="{63E2F876-56B8-7B1D-8532-0C8BF07FB4A1}"/>
          </ac:spMkLst>
        </pc:spChg>
        <pc:spChg chg="add mod">
          <ac:chgData name="U1 유일" userId="28fef2f8f76eeed0" providerId="LiveId" clId="{DED42B73-AD8A-46D4-B093-B6F310CE0A1F}" dt="2026-01-30T03:18:27.670" v="1136" actId="1076"/>
          <ac:spMkLst>
            <pc:docMk/>
            <pc:sldMk cId="98626113" sldId="283"/>
            <ac:spMk id="7" creationId="{68A78672-1C33-954B-5A1C-D6CB81993864}"/>
          </ac:spMkLst>
        </pc:spChg>
        <pc:spChg chg="add mod">
          <ac:chgData name="U1 유일" userId="28fef2f8f76eeed0" providerId="LiveId" clId="{DED42B73-AD8A-46D4-B093-B6F310CE0A1F}" dt="2026-01-30T03:18:27.670" v="1136" actId="1076"/>
          <ac:spMkLst>
            <pc:docMk/>
            <pc:sldMk cId="98626113" sldId="283"/>
            <ac:spMk id="8" creationId="{5178375A-0C7F-AA1A-C458-697CBE4DF301}"/>
          </ac:spMkLst>
        </pc:spChg>
        <pc:spChg chg="add mod">
          <ac:chgData name="U1 유일" userId="28fef2f8f76eeed0" providerId="LiveId" clId="{DED42B73-AD8A-46D4-B093-B6F310CE0A1F}" dt="2026-01-30T03:18:27.670" v="1136" actId="1076"/>
          <ac:spMkLst>
            <pc:docMk/>
            <pc:sldMk cId="98626113" sldId="283"/>
            <ac:spMk id="9" creationId="{53EB0B97-7E51-76F0-0011-E5DA81A39B72}"/>
          </ac:spMkLst>
        </pc:spChg>
        <pc:spChg chg="add del mod">
          <ac:chgData name="U1 유일" userId="28fef2f8f76eeed0" providerId="LiveId" clId="{DED42B73-AD8A-46D4-B093-B6F310CE0A1F}" dt="2026-01-30T03:31:46.106" v="1675" actId="21"/>
          <ac:spMkLst>
            <pc:docMk/>
            <pc:sldMk cId="98626113" sldId="283"/>
            <ac:spMk id="11" creationId="{4B6DF4E6-1F75-879B-0A2F-CD47A7B6E298}"/>
          </ac:spMkLst>
        </pc:spChg>
        <pc:spChg chg="add mod">
          <ac:chgData name="U1 유일" userId="28fef2f8f76eeed0" providerId="LiveId" clId="{DED42B73-AD8A-46D4-B093-B6F310CE0A1F}" dt="2026-01-30T03:20:05.774" v="1178" actId="1076"/>
          <ac:spMkLst>
            <pc:docMk/>
            <pc:sldMk cId="98626113" sldId="283"/>
            <ac:spMk id="12" creationId="{BC835080-5026-1C54-01F3-AF83C4C01B30}"/>
          </ac:spMkLst>
        </pc:spChg>
        <pc:spChg chg="add mod">
          <ac:chgData name="U1 유일" userId="28fef2f8f76eeed0" providerId="LiveId" clId="{DED42B73-AD8A-46D4-B093-B6F310CE0A1F}" dt="2026-01-30T03:24:24.172" v="1288" actId="14100"/>
          <ac:spMkLst>
            <pc:docMk/>
            <pc:sldMk cId="98626113" sldId="283"/>
            <ac:spMk id="13" creationId="{F0BCA207-06E3-A35D-C449-EDDB794184FB}"/>
          </ac:spMkLst>
        </pc:spChg>
        <pc:spChg chg="add mod">
          <ac:chgData name="U1 유일" userId="28fef2f8f76eeed0" providerId="LiveId" clId="{DED42B73-AD8A-46D4-B093-B6F310CE0A1F}" dt="2026-01-30T03:25:53.539" v="1342" actId="1076"/>
          <ac:spMkLst>
            <pc:docMk/>
            <pc:sldMk cId="98626113" sldId="283"/>
            <ac:spMk id="14" creationId="{7FF6880F-2962-F982-A990-7D5893746C11}"/>
          </ac:spMkLst>
        </pc:spChg>
        <pc:spChg chg="add mod">
          <ac:chgData name="U1 유일" userId="28fef2f8f76eeed0" providerId="LiveId" clId="{DED42B73-AD8A-46D4-B093-B6F310CE0A1F}" dt="2026-01-30T03:20:53.410" v="1188" actId="1076"/>
          <ac:spMkLst>
            <pc:docMk/>
            <pc:sldMk cId="98626113" sldId="283"/>
            <ac:spMk id="15" creationId="{531FE22A-7D58-1F27-C7FE-A32EDD70BC30}"/>
          </ac:spMkLst>
        </pc:spChg>
        <pc:spChg chg="add del mod">
          <ac:chgData name="U1 유일" userId="28fef2f8f76eeed0" providerId="LiveId" clId="{DED42B73-AD8A-46D4-B093-B6F310CE0A1F}" dt="2026-01-30T03:25:36.740" v="1337" actId="21"/>
          <ac:spMkLst>
            <pc:docMk/>
            <pc:sldMk cId="98626113" sldId="283"/>
            <ac:spMk id="16" creationId="{F3727DE4-E30A-BF04-3A5C-E52B89DEE763}"/>
          </ac:spMkLst>
        </pc:spChg>
        <pc:spChg chg="add mod">
          <ac:chgData name="U1 유일" userId="28fef2f8f76eeed0" providerId="LiveId" clId="{DED42B73-AD8A-46D4-B093-B6F310CE0A1F}" dt="2026-01-30T03:20:12.072" v="1179" actId="1076"/>
          <ac:spMkLst>
            <pc:docMk/>
            <pc:sldMk cId="98626113" sldId="283"/>
            <ac:spMk id="17" creationId="{9F9CC4A5-2BEC-90E8-5798-653DB01E2E77}"/>
          </ac:spMkLst>
        </pc:spChg>
        <pc:spChg chg="add mod">
          <ac:chgData name="U1 유일" userId="28fef2f8f76eeed0" providerId="LiveId" clId="{DED42B73-AD8A-46D4-B093-B6F310CE0A1F}" dt="2026-01-30T03:26:49.851" v="1378" actId="1076"/>
          <ac:spMkLst>
            <pc:docMk/>
            <pc:sldMk cId="98626113" sldId="283"/>
            <ac:spMk id="18" creationId="{F6C569F2-4B79-75A4-A781-64F421C0DF8A}"/>
          </ac:spMkLst>
        </pc:spChg>
        <pc:spChg chg="add mod">
          <ac:chgData name="U1 유일" userId="28fef2f8f76eeed0" providerId="LiveId" clId="{DED42B73-AD8A-46D4-B093-B6F310CE0A1F}" dt="2026-01-30T03:26:01.913" v="1343" actId="1076"/>
          <ac:spMkLst>
            <pc:docMk/>
            <pc:sldMk cId="98626113" sldId="283"/>
            <ac:spMk id="19" creationId="{5E4F9BF8-DD66-7C78-91AF-8ED8AFF57720}"/>
          </ac:spMkLst>
        </pc:spChg>
        <pc:spChg chg="add del mod">
          <ac:chgData name="U1 유일" userId="28fef2f8f76eeed0" providerId="LiveId" clId="{DED42B73-AD8A-46D4-B093-B6F310CE0A1F}" dt="2026-01-30T03:23:59.794" v="1283" actId="21"/>
          <ac:spMkLst>
            <pc:docMk/>
            <pc:sldMk cId="98626113" sldId="283"/>
            <ac:spMk id="20" creationId="{12D837C8-87E3-C0C3-B565-5CBA007057B5}"/>
          </ac:spMkLst>
        </pc:spChg>
        <pc:spChg chg="add mod">
          <ac:chgData name="U1 유일" userId="28fef2f8f76eeed0" providerId="LiveId" clId="{DED42B73-AD8A-46D4-B093-B6F310CE0A1F}" dt="2026-01-30T03:22:43.746" v="1269"/>
          <ac:spMkLst>
            <pc:docMk/>
            <pc:sldMk cId="98626113" sldId="283"/>
            <ac:spMk id="21" creationId="{AED8D0BC-A536-5953-D778-B9315F1BEF2A}"/>
          </ac:spMkLst>
        </pc:spChg>
        <pc:spChg chg="add mod">
          <ac:chgData name="U1 유일" userId="28fef2f8f76eeed0" providerId="LiveId" clId="{DED42B73-AD8A-46D4-B093-B6F310CE0A1F}" dt="2026-01-30T03:23:50.775" v="1282" actId="242"/>
          <ac:spMkLst>
            <pc:docMk/>
            <pc:sldMk cId="98626113" sldId="283"/>
            <ac:spMk id="22" creationId="{974406C1-5DA8-B545-DF2D-24633FA670AA}"/>
          </ac:spMkLst>
        </pc:spChg>
        <pc:spChg chg="add mod">
          <ac:chgData name="U1 유일" userId="28fef2f8f76eeed0" providerId="LiveId" clId="{DED42B73-AD8A-46D4-B093-B6F310CE0A1F}" dt="2026-01-30T03:24:55.691" v="1319" actId="1076"/>
          <ac:spMkLst>
            <pc:docMk/>
            <pc:sldMk cId="98626113" sldId="283"/>
            <ac:spMk id="23" creationId="{47988B81-E5CD-9740-8360-BC630A0B9C42}"/>
          </ac:spMkLst>
        </pc:spChg>
        <pc:spChg chg="add mod">
          <ac:chgData name="U1 유일" userId="28fef2f8f76eeed0" providerId="LiveId" clId="{DED42B73-AD8A-46D4-B093-B6F310CE0A1F}" dt="2026-01-30T03:25:41.670" v="1339" actId="14100"/>
          <ac:spMkLst>
            <pc:docMk/>
            <pc:sldMk cId="98626113" sldId="283"/>
            <ac:spMk id="24" creationId="{8B78EFAC-D23A-644A-29C1-8349D910B823}"/>
          </ac:spMkLst>
        </pc:spChg>
        <pc:spChg chg="add mod">
          <ac:chgData name="U1 유일" userId="28fef2f8f76eeed0" providerId="LiveId" clId="{DED42B73-AD8A-46D4-B093-B6F310CE0A1F}" dt="2026-01-30T03:25:44.514" v="1340" actId="14100"/>
          <ac:spMkLst>
            <pc:docMk/>
            <pc:sldMk cId="98626113" sldId="283"/>
            <ac:spMk id="25" creationId="{482D3F96-A18C-F038-DF6A-1C1B40CC57B3}"/>
          </ac:spMkLst>
        </pc:spChg>
        <pc:spChg chg="add mod">
          <ac:chgData name="U1 유일" userId="28fef2f8f76eeed0" providerId="LiveId" clId="{DED42B73-AD8A-46D4-B093-B6F310CE0A1F}" dt="2026-01-30T03:26:31.888" v="1363" actId="1076"/>
          <ac:spMkLst>
            <pc:docMk/>
            <pc:sldMk cId="98626113" sldId="283"/>
            <ac:spMk id="26" creationId="{FE753F8F-6964-019F-A803-7763B566379E}"/>
          </ac:spMkLst>
        </pc:spChg>
        <pc:spChg chg="add mod">
          <ac:chgData name="U1 유일" userId="28fef2f8f76eeed0" providerId="LiveId" clId="{DED42B73-AD8A-46D4-B093-B6F310CE0A1F}" dt="2026-01-30T03:27:08.757" v="1380" actId="1076"/>
          <ac:spMkLst>
            <pc:docMk/>
            <pc:sldMk cId="98626113" sldId="283"/>
            <ac:spMk id="27" creationId="{BA321E40-31B9-F5F6-30E9-BA3768F42624}"/>
          </ac:spMkLst>
        </pc:spChg>
        <pc:spChg chg="add mod">
          <ac:chgData name="U1 유일" userId="28fef2f8f76eeed0" providerId="LiveId" clId="{DED42B73-AD8A-46D4-B093-B6F310CE0A1F}" dt="2026-01-30T03:27:20.276" v="1382" actId="1076"/>
          <ac:spMkLst>
            <pc:docMk/>
            <pc:sldMk cId="98626113" sldId="283"/>
            <ac:spMk id="28" creationId="{1296B2F4-31D2-D519-1473-989E8BCE744E}"/>
          </ac:spMkLst>
        </pc:spChg>
        <pc:spChg chg="add mod">
          <ac:chgData name="U1 유일" userId="28fef2f8f76eeed0" providerId="LiveId" clId="{DED42B73-AD8A-46D4-B093-B6F310CE0A1F}" dt="2026-01-30T03:31:31.447" v="1673" actId="14100"/>
          <ac:spMkLst>
            <pc:docMk/>
            <pc:sldMk cId="98626113" sldId="283"/>
            <ac:spMk id="29" creationId="{1C99F65A-062D-2081-1ABE-1DC8D95C6593}"/>
          </ac:spMkLst>
        </pc:spChg>
        <pc:spChg chg="add mod">
          <ac:chgData name="U1 유일" userId="28fef2f8f76eeed0" providerId="LiveId" clId="{DED42B73-AD8A-46D4-B093-B6F310CE0A1F}" dt="2026-01-30T03:31:26.759" v="1672" actId="14100"/>
          <ac:spMkLst>
            <pc:docMk/>
            <pc:sldMk cId="98626113" sldId="283"/>
            <ac:spMk id="31" creationId="{1D57BAC0-7817-C665-9C75-ED66F545DCCE}"/>
          </ac:spMkLst>
        </pc:spChg>
        <pc:spChg chg="add mod">
          <ac:chgData name="U1 유일" userId="28fef2f8f76eeed0" providerId="LiveId" clId="{DED42B73-AD8A-46D4-B093-B6F310CE0A1F}" dt="2026-01-30T03:27:20.276" v="1382" actId="1076"/>
          <ac:spMkLst>
            <pc:docMk/>
            <pc:sldMk cId="98626113" sldId="283"/>
            <ac:spMk id="32" creationId="{BD22ED8B-A53B-60A4-1260-DE30A244C540}"/>
          </ac:spMkLst>
        </pc:spChg>
        <pc:spChg chg="add del mod">
          <ac:chgData name="U1 유일" userId="28fef2f8f76eeed0" providerId="LiveId" clId="{DED42B73-AD8A-46D4-B093-B6F310CE0A1F}" dt="2026-01-30T03:27:24.324" v="1383" actId="478"/>
          <ac:spMkLst>
            <pc:docMk/>
            <pc:sldMk cId="98626113" sldId="283"/>
            <ac:spMk id="33" creationId="{6CC19F06-CB39-1C0A-F028-D927CBAAACCA}"/>
          </ac:spMkLst>
        </pc:spChg>
        <pc:spChg chg="add mod">
          <ac:chgData name="U1 유일" userId="28fef2f8f76eeed0" providerId="LiveId" clId="{DED42B73-AD8A-46D4-B093-B6F310CE0A1F}" dt="2026-01-30T03:31:23.787" v="1671" actId="1076"/>
          <ac:spMkLst>
            <pc:docMk/>
            <pc:sldMk cId="98626113" sldId="283"/>
            <ac:spMk id="34" creationId="{CB56EFCE-838B-A719-7218-A2F2033C5747}"/>
          </ac:spMkLst>
        </pc:spChg>
        <pc:spChg chg="add del mod">
          <ac:chgData name="U1 유일" userId="28fef2f8f76eeed0" providerId="LiveId" clId="{DED42B73-AD8A-46D4-B093-B6F310CE0A1F}" dt="2026-01-30T03:30:07.050" v="1585" actId="21"/>
          <ac:spMkLst>
            <pc:docMk/>
            <pc:sldMk cId="98626113" sldId="283"/>
            <ac:spMk id="35" creationId="{4F2D5728-0AAF-AC3A-2921-E1D7A61A5060}"/>
          </ac:spMkLst>
        </pc:spChg>
        <pc:spChg chg="add del mod">
          <ac:chgData name="U1 유일" userId="28fef2f8f76eeed0" providerId="LiveId" clId="{DED42B73-AD8A-46D4-B093-B6F310CE0A1F}" dt="2026-01-30T03:30:10.264" v="1586" actId="21"/>
          <ac:spMkLst>
            <pc:docMk/>
            <pc:sldMk cId="98626113" sldId="283"/>
            <ac:spMk id="36" creationId="{3543F1FB-C247-C1D2-CFEA-E4A875B88E01}"/>
          </ac:spMkLst>
        </pc:spChg>
        <pc:spChg chg="add del mod">
          <ac:chgData name="U1 유일" userId="28fef2f8f76eeed0" providerId="LiveId" clId="{DED42B73-AD8A-46D4-B093-B6F310CE0A1F}" dt="2026-01-30T03:30:12.960" v="1587" actId="21"/>
          <ac:spMkLst>
            <pc:docMk/>
            <pc:sldMk cId="98626113" sldId="283"/>
            <ac:spMk id="37" creationId="{EC30B3A5-3E0B-EEDD-1904-D5B934E5B76C}"/>
          </ac:spMkLst>
        </pc:spChg>
        <pc:spChg chg="add mod">
          <ac:chgData name="U1 유일" userId="28fef2f8f76eeed0" providerId="LiveId" clId="{DED42B73-AD8A-46D4-B093-B6F310CE0A1F}" dt="2026-01-30T03:27:20.276" v="1382" actId="1076"/>
          <ac:spMkLst>
            <pc:docMk/>
            <pc:sldMk cId="98626113" sldId="283"/>
            <ac:spMk id="38" creationId="{9F4EC414-0541-39DD-B6D2-2BCBB652D896}"/>
          </ac:spMkLst>
        </pc:spChg>
        <pc:spChg chg="add mod">
          <ac:chgData name="U1 유일" userId="28fef2f8f76eeed0" providerId="LiveId" clId="{DED42B73-AD8A-46D4-B093-B6F310CE0A1F}" dt="2026-01-30T03:28:27.913" v="1449" actId="20577"/>
          <ac:spMkLst>
            <pc:docMk/>
            <pc:sldMk cId="98626113" sldId="283"/>
            <ac:spMk id="41" creationId="{9E4D50B0-0E82-B5DD-1472-C0A996ADF4D8}"/>
          </ac:spMkLst>
        </pc:spChg>
        <pc:spChg chg="add mod">
          <ac:chgData name="U1 유일" userId="28fef2f8f76eeed0" providerId="LiveId" clId="{DED42B73-AD8A-46D4-B093-B6F310CE0A1F}" dt="2026-01-30T03:28:49.183" v="1477" actId="20577"/>
          <ac:spMkLst>
            <pc:docMk/>
            <pc:sldMk cId="98626113" sldId="283"/>
            <ac:spMk id="42" creationId="{E47CF8EF-4C99-1F6F-9CC8-4E20AD9A6194}"/>
          </ac:spMkLst>
        </pc:spChg>
        <pc:spChg chg="add mod">
          <ac:chgData name="U1 유일" userId="28fef2f8f76eeed0" providerId="LiveId" clId="{DED42B73-AD8A-46D4-B093-B6F310CE0A1F}" dt="2026-01-30T03:29:11.972" v="1524" actId="20577"/>
          <ac:spMkLst>
            <pc:docMk/>
            <pc:sldMk cId="98626113" sldId="283"/>
            <ac:spMk id="43" creationId="{B6EF2CC7-AD1A-F8A7-64F9-58EF10E5E375}"/>
          </ac:spMkLst>
        </pc:spChg>
        <pc:spChg chg="add mod">
          <ac:chgData name="U1 유일" userId="28fef2f8f76eeed0" providerId="LiveId" clId="{DED42B73-AD8A-46D4-B093-B6F310CE0A1F}" dt="2026-01-30T03:31:35.854" v="1674" actId="1076"/>
          <ac:spMkLst>
            <pc:docMk/>
            <pc:sldMk cId="98626113" sldId="283"/>
            <ac:spMk id="45" creationId="{BB187CC5-1E70-F559-06EE-9118B70BB0A5}"/>
          </ac:spMkLst>
        </pc:spChg>
        <pc:cxnChg chg="add mod">
          <ac:chgData name="U1 유일" userId="28fef2f8f76eeed0" providerId="LiveId" clId="{DED42B73-AD8A-46D4-B093-B6F310CE0A1F}" dt="2026-01-30T03:27:48.095" v="1394" actId="692"/>
          <ac:cxnSpMkLst>
            <pc:docMk/>
            <pc:sldMk cId="98626113" sldId="283"/>
            <ac:cxnSpMk id="40" creationId="{625CE6E9-B36C-BC14-60AB-16508557FA6F}"/>
          </ac:cxnSpMkLst>
        </pc:cxnChg>
      </pc:sldChg>
      <pc:sldChg chg="addSp delSp modSp new mod">
        <pc:chgData name="U1 유일" userId="28fef2f8f76eeed0" providerId="LiveId" clId="{DED42B73-AD8A-46D4-B093-B6F310CE0A1F}" dt="2026-01-30T03:54:02.772" v="1748" actId="1076"/>
        <pc:sldMkLst>
          <pc:docMk/>
          <pc:sldMk cId="526963351" sldId="284"/>
        </pc:sldMkLst>
        <pc:spChg chg="del">
          <ac:chgData name="U1 유일" userId="28fef2f8f76eeed0" providerId="LiveId" clId="{DED42B73-AD8A-46D4-B093-B6F310CE0A1F}" dt="2026-01-30T03:31:50.536" v="1677" actId="478"/>
          <ac:spMkLst>
            <pc:docMk/>
            <pc:sldMk cId="526963351" sldId="284"/>
            <ac:spMk id="2" creationId="{570E1D48-1632-9098-6E59-B9D7D49D6CC7}"/>
          </ac:spMkLst>
        </pc:spChg>
        <pc:spChg chg="del">
          <ac:chgData name="U1 유일" userId="28fef2f8f76eeed0" providerId="LiveId" clId="{DED42B73-AD8A-46D4-B093-B6F310CE0A1F}" dt="2026-01-30T03:31:52.456" v="1678" actId="478"/>
          <ac:spMkLst>
            <pc:docMk/>
            <pc:sldMk cId="526963351" sldId="284"/>
            <ac:spMk id="3" creationId="{0298CDD3-88AF-2C11-4795-CC7CCC666204}"/>
          </ac:spMkLst>
        </pc:spChg>
        <pc:spChg chg="add mod">
          <ac:chgData name="U1 유일" userId="28fef2f8f76eeed0" providerId="LiveId" clId="{DED42B73-AD8A-46D4-B093-B6F310CE0A1F}" dt="2026-01-30T03:31:59.021" v="1680" actId="1076"/>
          <ac:spMkLst>
            <pc:docMk/>
            <pc:sldMk cId="526963351" sldId="284"/>
            <ac:spMk id="11" creationId="{4B6DF4E6-1F75-879B-0A2F-CD47A7B6E298}"/>
          </ac:spMkLst>
        </pc:spChg>
        <pc:picChg chg="add del mod">
          <ac:chgData name="U1 유일" userId="28fef2f8f76eeed0" providerId="LiveId" clId="{DED42B73-AD8A-46D4-B093-B6F310CE0A1F}" dt="2026-01-30T03:46:42.045" v="1720" actId="21"/>
          <ac:picMkLst>
            <pc:docMk/>
            <pc:sldMk cId="526963351" sldId="284"/>
            <ac:picMk id="4" creationId="{A4D74545-2960-10FC-50DC-005DDACEFB24}"/>
          </ac:picMkLst>
        </pc:picChg>
        <pc:picChg chg="add del mod">
          <ac:chgData name="U1 유일" userId="28fef2f8f76eeed0" providerId="LiveId" clId="{DED42B73-AD8A-46D4-B093-B6F310CE0A1F}" dt="2026-01-30T03:34:21.887" v="1692" actId="478"/>
          <ac:picMkLst>
            <pc:docMk/>
            <pc:sldMk cId="526963351" sldId="284"/>
            <ac:picMk id="5" creationId="{E178EBDF-0471-0FA7-B58D-0C3766C2AEF5}"/>
          </ac:picMkLst>
        </pc:picChg>
        <pc:picChg chg="add del mod">
          <ac:chgData name="U1 유일" userId="28fef2f8f76eeed0" providerId="LiveId" clId="{DED42B73-AD8A-46D4-B093-B6F310CE0A1F}" dt="2026-01-30T03:35:51.479" v="1707" actId="21"/>
          <ac:picMkLst>
            <pc:docMk/>
            <pc:sldMk cId="526963351" sldId="284"/>
            <ac:picMk id="6" creationId="{7B82CBD9-D475-113F-1DF4-7EC01274756D}"/>
          </ac:picMkLst>
        </pc:picChg>
        <pc:picChg chg="add del mod">
          <ac:chgData name="U1 유일" userId="28fef2f8f76eeed0" providerId="LiveId" clId="{DED42B73-AD8A-46D4-B093-B6F310CE0A1F}" dt="2026-01-30T03:35:54.699" v="1708" actId="21"/>
          <ac:picMkLst>
            <pc:docMk/>
            <pc:sldMk cId="526963351" sldId="284"/>
            <ac:picMk id="7" creationId="{D98EBEF7-3CB2-9A72-167B-323B7AA883A5}"/>
          </ac:picMkLst>
        </pc:picChg>
        <pc:picChg chg="add del mod">
          <ac:chgData name="U1 유일" userId="28fef2f8f76eeed0" providerId="LiveId" clId="{DED42B73-AD8A-46D4-B093-B6F310CE0A1F}" dt="2026-01-30T03:36:02.870" v="1709" actId="21"/>
          <ac:picMkLst>
            <pc:docMk/>
            <pc:sldMk cId="526963351" sldId="284"/>
            <ac:picMk id="9" creationId="{01CDE185-467A-EB26-2CD9-F8ADFD4B99D4}"/>
          </ac:picMkLst>
        </pc:picChg>
        <pc:picChg chg="add mod">
          <ac:chgData name="U1 유일" userId="28fef2f8f76eeed0" providerId="LiveId" clId="{DED42B73-AD8A-46D4-B093-B6F310CE0A1F}" dt="2026-01-30T03:49:50.260" v="1745" actId="1076"/>
          <ac:picMkLst>
            <pc:docMk/>
            <pc:sldMk cId="526963351" sldId="284"/>
            <ac:picMk id="12" creationId="{0588B37A-3637-1229-85C3-9012BE55D95C}"/>
          </ac:picMkLst>
        </pc:picChg>
        <pc:picChg chg="add mod">
          <ac:chgData name="U1 유일" userId="28fef2f8f76eeed0" providerId="LiveId" clId="{DED42B73-AD8A-46D4-B093-B6F310CE0A1F}" dt="2026-01-30T03:54:02.772" v="1748" actId="1076"/>
          <ac:picMkLst>
            <pc:docMk/>
            <pc:sldMk cId="526963351" sldId="284"/>
            <ac:picMk id="1026" creationId="{CCDF75B1-BFD9-956F-ECBD-1C6B8D2DF23A}"/>
          </ac:picMkLst>
        </pc:picChg>
        <pc:picChg chg="add del mod">
          <ac:chgData name="U1 유일" userId="28fef2f8f76eeed0" providerId="LiveId" clId="{DED42B73-AD8A-46D4-B093-B6F310CE0A1F}" dt="2026-01-30T03:48:12.710" v="1729" actId="478"/>
          <ac:picMkLst>
            <pc:docMk/>
            <pc:sldMk cId="526963351" sldId="284"/>
            <ac:picMk id="1028" creationId="{D64C40AF-0253-9AFD-ED52-C23ACE08DDB5}"/>
          </ac:picMkLst>
        </pc:picChg>
        <pc:picChg chg="add mod">
          <ac:chgData name="U1 유일" userId="28fef2f8f76eeed0" providerId="LiveId" clId="{DED42B73-AD8A-46D4-B093-B6F310CE0A1F}" dt="2026-01-30T03:49:46.087" v="1744" actId="1076"/>
          <ac:picMkLst>
            <pc:docMk/>
            <pc:sldMk cId="526963351" sldId="284"/>
            <ac:picMk id="1030" creationId="{E8F1A1EB-4591-912D-17A5-2EC73C1F68FD}"/>
          </ac:picMkLst>
        </pc:picChg>
        <pc:picChg chg="add mod">
          <ac:chgData name="U1 유일" userId="28fef2f8f76eeed0" providerId="LiveId" clId="{DED42B73-AD8A-46D4-B093-B6F310CE0A1F}" dt="2026-01-30T03:49:51.832" v="1746" actId="1076"/>
          <ac:picMkLst>
            <pc:docMk/>
            <pc:sldMk cId="526963351" sldId="284"/>
            <ac:picMk id="1032" creationId="{80D23370-E31E-410B-93EF-4D2B73381CCE}"/>
          </ac:picMkLst>
        </pc:picChg>
      </pc:sldChg>
      <pc:sldChg chg="addSp delSp modSp new mod">
        <pc:chgData name="U1 유일" userId="28fef2f8f76eeed0" providerId="LiveId" clId="{DED42B73-AD8A-46D4-B093-B6F310CE0A1F}" dt="2026-01-30T03:56:13.570" v="1915" actId="20577"/>
        <pc:sldMkLst>
          <pc:docMk/>
          <pc:sldMk cId="417990205" sldId="285"/>
        </pc:sldMkLst>
        <pc:spChg chg="del mod">
          <ac:chgData name="U1 유일" userId="28fef2f8f76eeed0" providerId="LiveId" clId="{DED42B73-AD8A-46D4-B093-B6F310CE0A1F}" dt="2026-01-30T03:54:13.452" v="1757" actId="21"/>
          <ac:spMkLst>
            <pc:docMk/>
            <pc:sldMk cId="417990205" sldId="285"/>
            <ac:spMk id="2" creationId="{1401DD96-E5B0-9869-615A-BF956CD3132D}"/>
          </ac:spMkLst>
        </pc:spChg>
        <pc:spChg chg="del">
          <ac:chgData name="U1 유일" userId="28fef2f8f76eeed0" providerId="LiveId" clId="{DED42B73-AD8A-46D4-B093-B6F310CE0A1F}" dt="2026-01-30T03:54:17.562" v="1758" actId="21"/>
          <ac:spMkLst>
            <pc:docMk/>
            <pc:sldMk cId="417990205" sldId="285"/>
            <ac:spMk id="3" creationId="{795D99BF-0495-B229-74C2-D2265940576F}"/>
          </ac:spMkLst>
        </pc:spChg>
        <pc:spChg chg="add del mod">
          <ac:chgData name="U1 유일" userId="28fef2f8f76eeed0" providerId="LiveId" clId="{DED42B73-AD8A-46D4-B093-B6F310CE0A1F}" dt="2026-01-30T03:54:20.051" v="1759" actId="21"/>
          <ac:spMkLst>
            <pc:docMk/>
            <pc:sldMk cId="417990205" sldId="285"/>
            <ac:spMk id="5" creationId="{0B258763-1626-875B-CC73-CCCF8B087C52}"/>
          </ac:spMkLst>
        </pc:spChg>
        <pc:spChg chg="add mod">
          <ac:chgData name="U1 유일" userId="28fef2f8f76eeed0" providerId="LiveId" clId="{DED42B73-AD8A-46D4-B093-B6F310CE0A1F}" dt="2026-01-30T03:56:13.570" v="1915" actId="20577"/>
          <ac:spMkLst>
            <pc:docMk/>
            <pc:sldMk cId="417990205" sldId="285"/>
            <ac:spMk id="7" creationId="{A657D950-1765-E12C-8802-09DFE7AC0509}"/>
          </ac:spMkLst>
        </pc:spChg>
      </pc:sldChg>
      <pc:sldMasterChg chg="delSldLayout">
        <pc:chgData name="U1 유일" userId="28fef2f8f76eeed0" providerId="LiveId" clId="{DED42B73-AD8A-46D4-B093-B6F310CE0A1F}" dt="2026-01-30T00:49:30.919" v="0" actId="2696"/>
        <pc:sldMasterMkLst>
          <pc:docMk/>
          <pc:sldMasterMk cId="0" sldId="2147483648"/>
        </pc:sldMasterMkLst>
        <pc:sldLayoutChg chg="del">
          <pc:chgData name="U1 유일" userId="28fef2f8f76eeed0" providerId="LiveId" clId="{DED42B73-AD8A-46D4-B093-B6F310CE0A1F}" dt="2026-01-30T00:49:30.919" v="0" actId="2696"/>
          <pc:sldLayoutMkLst>
            <pc:docMk/>
            <pc:sldMasterMk cId="0" sldId="2147483648"/>
            <pc:sldLayoutMk cId="3941789899" sldId="214748366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4407471"/>
            <a:ext cx="17088486" cy="29857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서울알림체 Heavy"/>
                <a:cs typeface="서울알림체 Heav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7961884"/>
            <a:ext cx="14072870" cy="3554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서울알림체 Heavy"/>
                <a:cs typeface="서울알림체 Heav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서울알림체 Heavy"/>
                <a:cs typeface="서울알림체 Heav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3270059"/>
            <a:ext cx="8745284" cy="93836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3270059"/>
            <a:ext cx="8745284" cy="93836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서울알림체 Heavy"/>
                <a:cs typeface="서울알림체 Heav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5369" y="1977910"/>
            <a:ext cx="18953360" cy="526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서울알림체 Heavy"/>
                <a:cs typeface="서울알림체 Heav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3270059"/>
            <a:ext cx="18093690" cy="93836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3222415"/>
            <a:ext cx="6433312" cy="710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3222415"/>
            <a:ext cx="4623943" cy="710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3222415"/>
            <a:ext cx="4623943" cy="710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0959C2-B393-9695-EC24-7994A69BCBF3}"/>
              </a:ext>
            </a:extLst>
          </p:cNvPr>
          <p:cNvSpPr txBox="1"/>
          <p:nvPr/>
        </p:nvSpPr>
        <p:spPr>
          <a:xfrm>
            <a:off x="886460" y="1546225"/>
            <a:ext cx="185381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b="1" dirty="0"/>
          </a:p>
          <a:p>
            <a:r>
              <a:rPr lang="en-US" altLang="ko-KR" b="1" dirty="0"/>
              <a:t>1</a:t>
            </a:r>
            <a:r>
              <a:rPr lang="en-US" altLang="ko-KR" sz="2400" b="1" dirty="0"/>
              <a:t>. 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내용 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 행사 참가자가 *사전 입력 폼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엑셀 폼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)*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통해 개인 정보 및 투어 선택을 완료하면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행사 당일 → 이름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전화번호로 본인 인증 → 본인이 선택한 투어 정보만 노출되는 개인 안내 페이지를 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모바일에서 확인할 수 있는 시스템을 구축하고자 함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A6B86-39F0-663F-7F30-2FCC506CC3D4}"/>
              </a:ext>
            </a:extLst>
          </p:cNvPr>
          <p:cNvSpPr txBox="1"/>
          <p:nvPr/>
        </p:nvSpPr>
        <p:spPr>
          <a:xfrm>
            <a:off x="908050" y="403225"/>
            <a:ext cx="100482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2400" b="1" dirty="0">
              <a:latin typeface="+mn-ea"/>
              <a:ea typeface="+mn-ea"/>
            </a:endParaRPr>
          </a:p>
          <a:p>
            <a:r>
              <a:rPr lang="ko-KR" altLang="en-US" sz="28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선택 액티비티 앱 </a:t>
            </a:r>
          </a:p>
        </p:txBody>
      </p:sp>
      <p:pic>
        <p:nvPicPr>
          <p:cNvPr id="8" name="그림 7" descr="만화 영화, 인간의 얼굴, 클립아트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7E939E-BB62-3CC1-1CBC-5A56CBF9B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140" y="3820151"/>
            <a:ext cx="1740608" cy="1740608"/>
          </a:xfrm>
          <a:prstGeom prst="rect">
            <a:avLst/>
          </a:prstGeom>
        </p:spPr>
      </p:pic>
      <p:pic>
        <p:nvPicPr>
          <p:cNvPr id="9" name="그림 8" descr="상징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8C7E2E-2C4E-9AC4-DD7A-A3B21DCFA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531" y="3826771"/>
            <a:ext cx="2541868" cy="17339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D4C4ED-5627-F0A9-B1E1-45A2E92007DB}"/>
              </a:ext>
            </a:extLst>
          </p:cNvPr>
          <p:cNvSpPr txBox="1"/>
          <p:nvPr/>
        </p:nvSpPr>
        <p:spPr>
          <a:xfrm>
            <a:off x="6355541" y="5811207"/>
            <a:ext cx="220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QR </a:t>
            </a:r>
            <a:r>
              <a:rPr lang="ko-KR" altLang="en-US" sz="2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또는 링크 접속</a:t>
            </a:r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96A086-8C5A-43B2-99EB-2E3C6DD81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555" y="3697430"/>
            <a:ext cx="2126817" cy="1834754"/>
          </a:xfrm>
          <a:prstGeom prst="rect">
            <a:avLst/>
          </a:prstGeom>
        </p:spPr>
      </p:pic>
      <p:pic>
        <p:nvPicPr>
          <p:cNvPr id="12" name="그림 11" descr="텍스트, 하늘, 스크린샷, 나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0D1CE1-4576-5C1A-15EF-9300F1E93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8836" y="3684095"/>
            <a:ext cx="1992854" cy="18347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FF3365-3992-9EE9-C4A1-64C935FA6130}"/>
              </a:ext>
            </a:extLst>
          </p:cNvPr>
          <p:cNvSpPr txBox="1"/>
          <p:nvPr/>
        </p:nvSpPr>
        <p:spPr>
          <a:xfrm>
            <a:off x="10609661" y="5763964"/>
            <a:ext cx="1218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본인확인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272DFA-2D44-3D3D-F8D1-FF70E931DBBA}"/>
              </a:ext>
            </a:extLst>
          </p:cNvPr>
          <p:cNvSpPr txBox="1"/>
          <p:nvPr/>
        </p:nvSpPr>
        <p:spPr>
          <a:xfrm>
            <a:off x="14027465" y="5737041"/>
            <a:ext cx="20842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개인 안내페이지  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071418AC-28A2-AE04-B2D1-FE6AEC082ADA}"/>
              </a:ext>
            </a:extLst>
          </p:cNvPr>
          <p:cNvSpPr/>
          <p:nvPr/>
        </p:nvSpPr>
        <p:spPr>
          <a:xfrm>
            <a:off x="9137650" y="4614807"/>
            <a:ext cx="461134" cy="3604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2C4078D3-C1DD-FF38-B551-F3D375B21D60}"/>
              </a:ext>
            </a:extLst>
          </p:cNvPr>
          <p:cNvSpPr/>
          <p:nvPr/>
        </p:nvSpPr>
        <p:spPr>
          <a:xfrm>
            <a:off x="12939356" y="4611342"/>
            <a:ext cx="461134" cy="3604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 descr="인간의 얼굴, 만화 영화, 일러스트레이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F929D7-F91F-780C-A909-A0BFAF883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9795" y="7229092"/>
            <a:ext cx="1648055" cy="1981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B751F83-AD13-1096-822C-0FE9F7749280}"/>
              </a:ext>
            </a:extLst>
          </p:cNvPr>
          <p:cNvSpPr txBox="1"/>
          <p:nvPr/>
        </p:nvSpPr>
        <p:spPr>
          <a:xfrm>
            <a:off x="916940" y="3088107"/>
            <a:ext cx="185381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b="1" dirty="0"/>
          </a:p>
          <a:p>
            <a:r>
              <a:rPr lang="en-US" altLang="ko-KR" sz="2400" b="1" dirty="0"/>
              <a:t>2.  FLOW</a:t>
            </a:r>
            <a:endParaRPr lang="en-US" altLang="ko-K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2BA0E9-270B-94AC-11F0-C51EF9A97663}"/>
              </a:ext>
            </a:extLst>
          </p:cNvPr>
          <p:cNvSpPr txBox="1"/>
          <p:nvPr/>
        </p:nvSpPr>
        <p:spPr>
          <a:xfrm>
            <a:off x="9548676" y="6256560"/>
            <a:ext cx="334057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 PAGE   (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본인확인페이지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→ QR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링크 접속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→ 이름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전화번호 입력 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본인 인증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E3C4CB-F472-FDD1-2F62-D41914EFB27A}"/>
              </a:ext>
            </a:extLst>
          </p:cNvPr>
          <p:cNvSpPr txBox="1"/>
          <p:nvPr/>
        </p:nvSpPr>
        <p:spPr>
          <a:xfrm>
            <a:off x="13444977" y="6262317"/>
            <a:ext cx="334057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 PAGE    (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 안내 페이지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투어 이미지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CI /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로고등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개인투어안내 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출발 시간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집합 장소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일정 요약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준비물 및 주의사항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D5C119-3F6C-ED76-981D-52966E45B70B}"/>
              </a:ext>
            </a:extLst>
          </p:cNvPr>
          <p:cNvSpPr txBox="1"/>
          <p:nvPr/>
        </p:nvSpPr>
        <p:spPr>
          <a:xfrm>
            <a:off x="5731748" y="7266557"/>
            <a:ext cx="10332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r>
              <a:rPr lang="ko-KR" altLang="en-US" sz="18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운영자 </a:t>
            </a:r>
            <a:r>
              <a:rPr lang="en-US" altLang="ko-KR" sz="18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(PC)</a:t>
            </a:r>
          </a:p>
          <a:p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참가자 검색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이름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전화번호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</a:p>
          <a:p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참가자별 투어 변경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투어별 참가자 리스트 및 인원 집계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액티비티별 체크인 현황 확인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81863A-D481-0698-7A89-91BCA45C25EE}"/>
              </a:ext>
            </a:extLst>
          </p:cNvPr>
          <p:cNvSpPr txBox="1"/>
          <p:nvPr/>
        </p:nvSpPr>
        <p:spPr>
          <a:xfrm>
            <a:off x="3971290" y="5818829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참가자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모바일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D97CA8-F5B9-7257-CBB7-BAF1D10D3CB5}"/>
              </a:ext>
            </a:extLst>
          </p:cNvPr>
          <p:cNvSpPr txBox="1"/>
          <p:nvPr/>
        </p:nvSpPr>
        <p:spPr>
          <a:xfrm>
            <a:off x="935990" y="9683780"/>
            <a:ext cx="11744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 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전달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방식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1) “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참가자 시트”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엘셀파일</a:t>
            </a:r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A1E9A9AA-01C9-438E-D14E-E060018519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2450" y="10867283"/>
            <a:ext cx="15906750" cy="107632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E0C733-853D-D078-0FE6-4774692C21A3}"/>
              </a:ext>
            </a:extLst>
          </p:cNvPr>
          <p:cNvSpPr txBox="1"/>
          <p:nvPr/>
        </p:nvSpPr>
        <p:spPr>
          <a:xfrm>
            <a:off x="916940" y="10787516"/>
            <a:ext cx="1174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8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컬럼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959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9066FE-61B6-1B0D-B633-A5542529A0E3}"/>
              </a:ext>
            </a:extLst>
          </p:cNvPr>
          <p:cNvSpPr txBox="1"/>
          <p:nvPr/>
        </p:nvSpPr>
        <p:spPr>
          <a:xfrm>
            <a:off x="755650" y="555625"/>
            <a:ext cx="10048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4. 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디자인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24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톤앤매너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en-US" altLang="ko-KR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dirty="0"/>
              <a:t>    행사 로고</a:t>
            </a:r>
            <a:r>
              <a:rPr lang="en-US" altLang="ko-KR" dirty="0"/>
              <a:t>/CI (</a:t>
            </a:r>
            <a:r>
              <a:rPr lang="ko-KR" altLang="en-US" dirty="0"/>
              <a:t>전달예정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    메인 컬러</a:t>
            </a:r>
            <a:r>
              <a:rPr lang="en-US" altLang="ko-KR" dirty="0"/>
              <a:t>+ </a:t>
            </a:r>
            <a:r>
              <a:rPr lang="ko-KR" altLang="en-US" dirty="0"/>
              <a:t>서브컬러</a:t>
            </a:r>
            <a:endParaRPr lang="en-US" altLang="ko-KR" dirty="0"/>
          </a:p>
        </p:txBody>
      </p:sp>
      <p:sp>
        <p:nvSpPr>
          <p:cNvPr id="6" name="object 23">
            <a:extLst>
              <a:ext uri="{FF2B5EF4-FFF2-40B4-BE49-F238E27FC236}">
                <a16:creationId xmlns:a16="http://schemas.microsoft.com/office/drawing/2014/main" id="{63E2F876-56B8-7B1D-8532-0C8BF07FB4A1}"/>
              </a:ext>
            </a:extLst>
          </p:cNvPr>
          <p:cNvSpPr txBox="1"/>
          <p:nvPr/>
        </p:nvSpPr>
        <p:spPr>
          <a:xfrm>
            <a:off x="9851935" y="1733137"/>
            <a:ext cx="2014220" cy="541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035"/>
              </a:lnSpc>
              <a:spcBef>
                <a:spcPts val="90"/>
              </a:spcBef>
            </a:pPr>
            <a:r>
              <a:rPr sz="1700" dirty="0">
                <a:latin typeface="Trebuchet MS"/>
                <a:cs typeface="Trebuchet MS"/>
              </a:rPr>
              <a:t>RGB</a:t>
            </a:r>
            <a:r>
              <a:rPr sz="1700" spc="4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0/169/122</a:t>
            </a:r>
            <a:endParaRPr sz="1700" dirty="0">
              <a:latin typeface="Trebuchet MS"/>
              <a:cs typeface="Trebuchet MS"/>
            </a:endParaRPr>
          </a:p>
          <a:p>
            <a:pPr marL="12700">
              <a:lnSpc>
                <a:spcPts val="2035"/>
              </a:lnSpc>
              <a:tabLst>
                <a:tab pos="1133475" algn="l"/>
              </a:tabLst>
            </a:pPr>
            <a:r>
              <a:rPr sz="1700" dirty="0">
                <a:latin typeface="Trebuchet MS"/>
                <a:cs typeface="Trebuchet MS"/>
              </a:rPr>
              <a:t>Web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color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35" dirty="0">
                <a:latin typeface="Trebuchet MS"/>
                <a:cs typeface="Trebuchet MS"/>
              </a:rPr>
              <a:t>#00A97A</a:t>
            </a:r>
            <a:endParaRPr sz="1700" dirty="0">
              <a:latin typeface="Trebuchet MS"/>
              <a:cs typeface="Trebuchet MS"/>
            </a:endParaRPr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68A78672-1C33-954B-5A1C-D6CB81993864}"/>
              </a:ext>
            </a:extLst>
          </p:cNvPr>
          <p:cNvSpPr txBox="1"/>
          <p:nvPr/>
        </p:nvSpPr>
        <p:spPr>
          <a:xfrm>
            <a:off x="6775450" y="1774825"/>
            <a:ext cx="2821940" cy="480059"/>
          </a:xfrm>
          <a:prstGeom prst="rect">
            <a:avLst/>
          </a:prstGeom>
          <a:solidFill>
            <a:srgbClr val="00A979"/>
          </a:solidFill>
        </p:spPr>
        <p:txBody>
          <a:bodyPr vert="horz" wrap="square" lIns="0" tIns="56515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445"/>
              </a:spcBef>
            </a:pPr>
            <a:r>
              <a:rPr sz="2250" b="1" dirty="0">
                <a:solidFill>
                  <a:srgbClr val="FFFFFF"/>
                </a:solidFill>
                <a:latin typeface="Trebuchet MS"/>
                <a:cs typeface="Trebuchet MS"/>
              </a:rPr>
              <a:t>BB*Green</a:t>
            </a:r>
            <a:r>
              <a:rPr sz="2250" b="1" spc="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55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2250" dirty="0">
              <a:latin typeface="Trebuchet MS"/>
              <a:cs typeface="Trebuchet MS"/>
            </a:endParaRPr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5178375A-0C7F-AA1A-C458-697CBE4DF301}"/>
              </a:ext>
            </a:extLst>
          </p:cNvPr>
          <p:cNvSpPr txBox="1"/>
          <p:nvPr/>
        </p:nvSpPr>
        <p:spPr>
          <a:xfrm>
            <a:off x="12369167" y="1774825"/>
            <a:ext cx="2821940" cy="480059"/>
          </a:xfrm>
          <a:prstGeom prst="rect">
            <a:avLst/>
          </a:prstGeom>
          <a:solidFill>
            <a:srgbClr val="9E2AB5"/>
          </a:solidFill>
        </p:spPr>
        <p:txBody>
          <a:bodyPr vert="horz" wrap="square" lIns="0" tIns="56515" rIns="0" bIns="0" rtlCol="0">
            <a:spAutoFit/>
          </a:bodyPr>
          <a:lstStyle/>
          <a:p>
            <a:pPr marL="611505">
              <a:lnSpc>
                <a:spcPct val="100000"/>
              </a:lnSpc>
              <a:spcBef>
                <a:spcPts val="445"/>
              </a:spcBef>
            </a:pPr>
            <a:r>
              <a:rPr sz="2250" b="1" dirty="0">
                <a:solidFill>
                  <a:srgbClr val="FFFFFF"/>
                </a:solidFill>
                <a:latin typeface="Trebuchet MS"/>
                <a:cs typeface="Trebuchet MS"/>
              </a:rPr>
              <a:t>BB*Violet</a:t>
            </a:r>
            <a:r>
              <a:rPr sz="2250" b="1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55" dirty="0">
                <a:solidFill>
                  <a:srgbClr val="FFFFFF"/>
                </a:solidFill>
                <a:latin typeface="Trebuchet MS"/>
                <a:cs typeface="Trebuchet MS"/>
              </a:rPr>
              <a:t>9</a:t>
            </a:r>
            <a:endParaRPr sz="2250" dirty="0">
              <a:latin typeface="Trebuchet MS"/>
              <a:cs typeface="Trebuchet MS"/>
            </a:endParaRPr>
          </a:p>
        </p:txBody>
      </p:sp>
      <p:sp>
        <p:nvSpPr>
          <p:cNvPr id="9" name="object 26">
            <a:extLst>
              <a:ext uri="{FF2B5EF4-FFF2-40B4-BE49-F238E27FC236}">
                <a16:creationId xmlns:a16="http://schemas.microsoft.com/office/drawing/2014/main" id="{53EB0B97-7E51-76F0-0011-E5DA81A39B72}"/>
              </a:ext>
            </a:extLst>
          </p:cNvPr>
          <p:cNvSpPr txBox="1"/>
          <p:nvPr/>
        </p:nvSpPr>
        <p:spPr>
          <a:xfrm>
            <a:off x="15464270" y="1733137"/>
            <a:ext cx="2044064" cy="541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035"/>
              </a:lnSpc>
              <a:spcBef>
                <a:spcPts val="90"/>
              </a:spcBef>
            </a:pPr>
            <a:r>
              <a:rPr sz="1700" dirty="0">
                <a:latin typeface="Trebuchet MS"/>
                <a:cs typeface="Trebuchet MS"/>
              </a:rPr>
              <a:t>RGB</a:t>
            </a:r>
            <a:r>
              <a:rPr sz="1700" spc="4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158/42/181</a:t>
            </a:r>
            <a:endParaRPr sz="1700" dirty="0">
              <a:latin typeface="Trebuchet MS"/>
              <a:cs typeface="Trebuchet MS"/>
            </a:endParaRPr>
          </a:p>
          <a:p>
            <a:pPr marL="12700">
              <a:lnSpc>
                <a:spcPts val="2035"/>
              </a:lnSpc>
              <a:tabLst>
                <a:tab pos="1133475" algn="l"/>
              </a:tabLst>
            </a:pPr>
            <a:r>
              <a:rPr sz="1700" dirty="0">
                <a:latin typeface="Trebuchet MS"/>
                <a:cs typeface="Trebuchet MS"/>
              </a:rPr>
              <a:t>Web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color</a:t>
            </a:r>
            <a:r>
              <a:rPr sz="1700" dirty="0">
                <a:latin typeface="Trebuchet MS"/>
                <a:cs typeface="Trebuchet MS"/>
              </a:rPr>
              <a:t>	</a:t>
            </a:r>
            <a:r>
              <a:rPr sz="1700" spc="70" dirty="0">
                <a:latin typeface="Trebuchet MS"/>
                <a:cs typeface="Trebuchet MS"/>
              </a:rPr>
              <a:t>#9E2AB5</a:t>
            </a:r>
            <a:endParaRPr sz="1700" dirty="0">
              <a:latin typeface="Trebuchet MS"/>
              <a:cs typeface="Trebuchet M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835080-5026-1C54-01F3-AF83C4C01B30}"/>
              </a:ext>
            </a:extLst>
          </p:cNvPr>
          <p:cNvSpPr/>
          <p:nvPr/>
        </p:nvSpPr>
        <p:spPr>
          <a:xfrm>
            <a:off x="5308600" y="4415616"/>
            <a:ext cx="3677540" cy="7326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0BCA207-06E3-A35D-C449-EDDB794184FB}"/>
              </a:ext>
            </a:extLst>
          </p:cNvPr>
          <p:cNvSpPr/>
          <p:nvPr/>
        </p:nvSpPr>
        <p:spPr>
          <a:xfrm>
            <a:off x="5324730" y="8052972"/>
            <a:ext cx="3661410" cy="2484853"/>
          </a:xfrm>
          <a:prstGeom prst="rect">
            <a:avLst/>
          </a:prstGeom>
          <a:noFill/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F6880F-2962-F982-A990-7D5893746C11}"/>
              </a:ext>
            </a:extLst>
          </p:cNvPr>
          <p:cNvSpPr/>
          <p:nvPr/>
        </p:nvSpPr>
        <p:spPr>
          <a:xfrm>
            <a:off x="5324730" y="10596837"/>
            <a:ext cx="3661410" cy="646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1FE22A-7D58-1F27-C7FE-A32EDD70BC30}"/>
              </a:ext>
            </a:extLst>
          </p:cNvPr>
          <p:cNvSpPr/>
          <p:nvPr/>
        </p:nvSpPr>
        <p:spPr>
          <a:xfrm>
            <a:off x="5341620" y="5442268"/>
            <a:ext cx="3661410" cy="2120582"/>
          </a:xfrm>
          <a:prstGeom prst="rect">
            <a:avLst/>
          </a:prstGeom>
          <a:noFill/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9CC4A5-2BEC-90E8-5798-653DB01E2E77}"/>
              </a:ext>
            </a:extLst>
          </p:cNvPr>
          <p:cNvSpPr txBox="1"/>
          <p:nvPr/>
        </p:nvSpPr>
        <p:spPr>
          <a:xfrm>
            <a:off x="1365250" y="4422601"/>
            <a:ext cx="334057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 PAGE   (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본인확인페이지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→ QR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링크 접속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→ 이름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전화번호 입력 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본인 인증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C569F2-4B79-75A4-A781-64F421C0DF8A}"/>
              </a:ext>
            </a:extLst>
          </p:cNvPr>
          <p:cNvSpPr txBox="1"/>
          <p:nvPr/>
        </p:nvSpPr>
        <p:spPr>
          <a:xfrm>
            <a:off x="6368259" y="4577561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회사 </a:t>
            </a:r>
            <a:r>
              <a:rPr lang="en-US" altLang="ko-KR" dirty="0"/>
              <a:t>LOGO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F9BF8-DD66-7C78-91AF-8ED8AFF57720}"/>
              </a:ext>
            </a:extLst>
          </p:cNvPr>
          <p:cNvSpPr txBox="1"/>
          <p:nvPr/>
        </p:nvSpPr>
        <p:spPr>
          <a:xfrm>
            <a:off x="5945066" y="6378638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행사 </a:t>
            </a:r>
            <a:r>
              <a:rPr lang="ko-KR" altLang="en-US" dirty="0" err="1"/>
              <a:t>키비쥬얼</a:t>
            </a:r>
            <a:r>
              <a:rPr lang="ko-KR" altLang="en-US" dirty="0"/>
              <a:t> 이미지 </a:t>
            </a:r>
          </a:p>
        </p:txBody>
      </p:sp>
      <p:sp>
        <p:nvSpPr>
          <p:cNvPr id="22" name="object 25">
            <a:extLst>
              <a:ext uri="{FF2B5EF4-FFF2-40B4-BE49-F238E27FC236}">
                <a16:creationId xmlns:a16="http://schemas.microsoft.com/office/drawing/2014/main" id="{974406C1-5DA8-B545-DF2D-24633FA670AA}"/>
              </a:ext>
            </a:extLst>
          </p:cNvPr>
          <p:cNvSpPr txBox="1"/>
          <p:nvPr/>
        </p:nvSpPr>
        <p:spPr>
          <a:xfrm>
            <a:off x="5364480" y="7551119"/>
            <a:ext cx="3621660" cy="364843"/>
          </a:xfrm>
          <a:prstGeom prst="rect">
            <a:avLst/>
          </a:prstGeom>
          <a:solidFill>
            <a:srgbClr val="9E2AB5"/>
          </a:solidFill>
        </p:spPr>
        <p:txBody>
          <a:bodyPr vert="horz" wrap="square" lIns="0" tIns="56515" rIns="0" bIns="0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DAY 2  </a:t>
            </a:r>
            <a:r>
              <a:rPr lang="ko-KR" altLang="en-US" sz="20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선택 </a:t>
            </a:r>
            <a:r>
              <a:rPr lang="en-US" altLang="ko-KR" sz="20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Activity</a:t>
            </a:r>
            <a:endParaRPr lang="ko-KR" altLang="en-US" sz="2000" b="1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988B81-E5CD-9740-8360-BC630A0B9C42}"/>
              </a:ext>
            </a:extLst>
          </p:cNvPr>
          <p:cNvSpPr txBox="1"/>
          <p:nvPr/>
        </p:nvSpPr>
        <p:spPr>
          <a:xfrm>
            <a:off x="5779770" y="8629825"/>
            <a:ext cx="10502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성명 </a:t>
            </a:r>
            <a:endParaRPr lang="en-US" altLang="ko-KR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연락처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B78EFAC-D23A-644A-29C1-8349D910B823}"/>
              </a:ext>
            </a:extLst>
          </p:cNvPr>
          <p:cNvSpPr/>
          <p:nvPr/>
        </p:nvSpPr>
        <p:spPr>
          <a:xfrm>
            <a:off x="6874510" y="8629826"/>
            <a:ext cx="1910487" cy="3531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82D3F96-A18C-F038-DF6A-1C1B40CC57B3}"/>
              </a:ext>
            </a:extLst>
          </p:cNvPr>
          <p:cNvSpPr/>
          <p:nvPr/>
        </p:nvSpPr>
        <p:spPr>
          <a:xfrm>
            <a:off x="6857745" y="9351949"/>
            <a:ext cx="1910487" cy="3948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753F8F-6964-019F-A803-7763B566379E}"/>
              </a:ext>
            </a:extLst>
          </p:cNvPr>
          <p:cNvSpPr txBox="1"/>
          <p:nvPr/>
        </p:nvSpPr>
        <p:spPr>
          <a:xfrm>
            <a:off x="6599091" y="10735337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행사 </a:t>
            </a:r>
            <a:r>
              <a:rPr lang="en-US" altLang="ko-KR" dirty="0"/>
              <a:t>logo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321E40-31B9-F5F6-30E9-BA3768F42624}"/>
              </a:ext>
            </a:extLst>
          </p:cNvPr>
          <p:cNvSpPr txBox="1"/>
          <p:nvPr/>
        </p:nvSpPr>
        <p:spPr>
          <a:xfrm>
            <a:off x="10698881" y="4415616"/>
            <a:ext cx="334057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 PAGE    (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 안내 페이지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투어 이미지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CI /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로고등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개인투어안내 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출발 시간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집합 장소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일정 요약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준비물 및 주의사항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296B2F4-31D2-D519-1473-989E8BCE744E}"/>
              </a:ext>
            </a:extLst>
          </p:cNvPr>
          <p:cNvSpPr/>
          <p:nvPr/>
        </p:nvSpPr>
        <p:spPr>
          <a:xfrm>
            <a:off x="14376513" y="4268861"/>
            <a:ext cx="3677540" cy="7326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C99F65A-062D-2081-1ABE-1DC8D95C6593}"/>
              </a:ext>
            </a:extLst>
          </p:cNvPr>
          <p:cNvSpPr/>
          <p:nvPr/>
        </p:nvSpPr>
        <p:spPr>
          <a:xfrm>
            <a:off x="14392643" y="7274031"/>
            <a:ext cx="3661410" cy="3117040"/>
          </a:xfrm>
          <a:prstGeom prst="rect">
            <a:avLst/>
          </a:prstGeom>
          <a:noFill/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10E2518-6E64-980E-04E2-F6BF598717B3}"/>
              </a:ext>
            </a:extLst>
          </p:cNvPr>
          <p:cNvSpPr/>
          <p:nvPr/>
        </p:nvSpPr>
        <p:spPr>
          <a:xfrm>
            <a:off x="14392643" y="10450082"/>
            <a:ext cx="3661410" cy="646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57BAC0-7817-C665-9C75-ED66F545DCCE}"/>
              </a:ext>
            </a:extLst>
          </p:cNvPr>
          <p:cNvSpPr/>
          <p:nvPr/>
        </p:nvSpPr>
        <p:spPr>
          <a:xfrm>
            <a:off x="14409533" y="5295513"/>
            <a:ext cx="3661410" cy="1902431"/>
          </a:xfrm>
          <a:prstGeom prst="rect">
            <a:avLst/>
          </a:prstGeom>
          <a:noFill/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22ED8B-A53B-60A4-1260-DE30A244C540}"/>
              </a:ext>
            </a:extLst>
          </p:cNvPr>
          <p:cNvSpPr txBox="1"/>
          <p:nvPr/>
        </p:nvSpPr>
        <p:spPr>
          <a:xfrm>
            <a:off x="15436172" y="443080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회사 </a:t>
            </a:r>
            <a:r>
              <a:rPr lang="en-US" altLang="ko-KR" dirty="0"/>
              <a:t>LOGO</a:t>
            </a:r>
            <a:endParaRPr lang="ko-KR" altLang="en-US" dirty="0"/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CB56EFCE-838B-A719-7218-A2F2033C5747}"/>
              </a:ext>
            </a:extLst>
          </p:cNvPr>
          <p:cNvSpPr txBox="1"/>
          <p:nvPr/>
        </p:nvSpPr>
        <p:spPr>
          <a:xfrm>
            <a:off x="14376513" y="6833101"/>
            <a:ext cx="3621660" cy="364843"/>
          </a:xfrm>
          <a:prstGeom prst="rect">
            <a:avLst/>
          </a:prstGeom>
          <a:solidFill>
            <a:srgbClr val="9E2AB5"/>
          </a:solidFill>
        </p:spPr>
        <p:txBody>
          <a:bodyPr vert="horz" wrap="square" lIns="0" tIns="56515" rIns="0" bIns="0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OOOOO</a:t>
            </a:r>
            <a:r>
              <a:rPr lang="ko-KR" altLang="en-US" sz="20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투어 안내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4EC414-0541-39DD-B6D2-2BCBB652D896}"/>
              </a:ext>
            </a:extLst>
          </p:cNvPr>
          <p:cNvSpPr txBox="1"/>
          <p:nvPr/>
        </p:nvSpPr>
        <p:spPr>
          <a:xfrm>
            <a:off x="15667004" y="1058858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행사 </a:t>
            </a:r>
            <a:r>
              <a:rPr lang="en-US" altLang="ko-KR" dirty="0"/>
              <a:t>logo</a:t>
            </a:r>
            <a:endParaRPr lang="ko-KR" altLang="en-US" dirty="0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25CE6E9-B36C-BC14-60AB-16508557FA6F}"/>
              </a:ext>
            </a:extLst>
          </p:cNvPr>
          <p:cNvCxnSpPr/>
          <p:nvPr/>
        </p:nvCxnSpPr>
        <p:spPr>
          <a:xfrm>
            <a:off x="10204450" y="4415616"/>
            <a:ext cx="0" cy="6827553"/>
          </a:xfrm>
          <a:prstGeom prst="line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E4D50B0-0E82-B5DD-1472-C0A996ADF4D8}"/>
              </a:ext>
            </a:extLst>
          </p:cNvPr>
          <p:cNvSpPr txBox="1"/>
          <p:nvPr/>
        </p:nvSpPr>
        <p:spPr>
          <a:xfrm>
            <a:off x="14778470" y="5594323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OOO</a:t>
            </a:r>
            <a:r>
              <a:rPr lang="ko-KR" altLang="en-US" dirty="0"/>
              <a:t>님 투어 안내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7CF8EF-4C99-1F6F-9CC8-4E20AD9A6194}"/>
              </a:ext>
            </a:extLst>
          </p:cNvPr>
          <p:cNvSpPr txBox="1"/>
          <p:nvPr/>
        </p:nvSpPr>
        <p:spPr>
          <a:xfrm>
            <a:off x="14773185" y="5911574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부서 </a:t>
            </a:r>
            <a:r>
              <a:rPr lang="en-US" altLang="ko-KR" dirty="0"/>
              <a:t>/ </a:t>
            </a:r>
            <a:r>
              <a:rPr lang="ko-KR" altLang="en-US" dirty="0"/>
              <a:t>소속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EF2CC7-AD1A-F8A7-64F9-58EF10E5E375}"/>
              </a:ext>
            </a:extLst>
          </p:cNvPr>
          <p:cNvSpPr txBox="1"/>
          <p:nvPr/>
        </p:nvSpPr>
        <p:spPr>
          <a:xfrm>
            <a:off x="14767963" y="6288637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선택투어는  </a:t>
            </a:r>
            <a:r>
              <a:rPr lang="en-US" altLang="ko-KR" dirty="0"/>
              <a:t>000000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187CC5-1E70-F559-06EE-9118B70BB0A5}"/>
              </a:ext>
            </a:extLst>
          </p:cNvPr>
          <p:cNvSpPr txBox="1"/>
          <p:nvPr/>
        </p:nvSpPr>
        <p:spPr>
          <a:xfrm>
            <a:off x="14792440" y="7669851"/>
            <a:ext cx="30327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출발 시간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집합 장소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가이드</a:t>
            </a:r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 요약 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</a:p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2</a:t>
            </a:r>
          </a:p>
          <a:p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3</a:t>
            </a: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준비물 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주의사항</a:t>
            </a:r>
          </a:p>
        </p:txBody>
      </p:sp>
    </p:spTree>
    <p:extLst>
      <p:ext uri="{BB962C8B-B14F-4D97-AF65-F5344CB8AC3E}">
        <p14:creationId xmlns:p14="http://schemas.microsoft.com/office/powerpoint/2010/main" val="9862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B6DF4E6-1F75-879B-0A2F-CD47A7B6E298}"/>
              </a:ext>
            </a:extLst>
          </p:cNvPr>
          <p:cNvSpPr txBox="1"/>
          <p:nvPr/>
        </p:nvSpPr>
        <p:spPr>
          <a:xfrm>
            <a:off x="1136650" y="1165225"/>
            <a:ext cx="1004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  <a:p>
            <a:r>
              <a:rPr lang="ko-KR" altLang="en-US" dirty="0"/>
              <a:t>    참고 </a:t>
            </a:r>
            <a:r>
              <a:rPr lang="en-US" altLang="ko-KR" dirty="0"/>
              <a:t>UI </a:t>
            </a:r>
            <a:r>
              <a:rPr lang="ko-KR" altLang="en-US" dirty="0"/>
              <a:t>스크린샷 </a:t>
            </a:r>
            <a:r>
              <a:rPr lang="en-US" altLang="ko-KR" dirty="0"/>
              <a:t>2~3</a:t>
            </a:r>
            <a:r>
              <a:rPr lang="ko-KR" altLang="en-US" dirty="0"/>
              <a:t>장</a:t>
            </a:r>
            <a:r>
              <a:rPr lang="en-US" altLang="ko-KR" dirty="0"/>
              <a:t>(</a:t>
            </a:r>
            <a:r>
              <a:rPr lang="ko-KR" altLang="en-US" dirty="0"/>
              <a:t>원하는 분위기</a:t>
            </a:r>
            <a:r>
              <a:rPr lang="en-US" altLang="ko-KR" dirty="0"/>
              <a:t>)</a:t>
            </a:r>
          </a:p>
        </p:txBody>
      </p:sp>
      <p:pic>
        <p:nvPicPr>
          <p:cNvPr id="12" name="그림 1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88B37A-3637-1229-85C3-9012BE55D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5051425"/>
            <a:ext cx="3886200" cy="767583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CDF75B1-BFD9-956F-ECBD-1C6B8D2DF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5480" y="5432425"/>
            <a:ext cx="4038600" cy="792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8F1A1EB-4591-912D-17A5-2EC73C1F6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420" y="1317625"/>
            <a:ext cx="4751070" cy="316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0D23370-E31E-410B-93EF-4D2B73381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420" y="5127625"/>
            <a:ext cx="3657600" cy="792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963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657D950-1765-E12C-8802-09DFE7AC0509}"/>
              </a:ext>
            </a:extLst>
          </p:cNvPr>
          <p:cNvSpPr txBox="1"/>
          <p:nvPr/>
        </p:nvSpPr>
        <p:spPr>
          <a:xfrm>
            <a:off x="1441450" y="3222625"/>
            <a:ext cx="12954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질문사항</a:t>
            </a:r>
            <a:endParaRPr lang="en-US" altLang="ko-KR" sz="2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동명이인 처리 방식은 어떻게 되는지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전화번호 형식 차이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하이픈 포함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미포함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처리 방식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이미지 및 일정 수정 가능여부  → 시트 수정 즉시 반영 가능한지 여부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예상 트래픽 처리 가능 인원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약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115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향후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250~300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명까지 확장 가능 여부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추후 표시 항목 컬럼이 추가가 될 수 있는지   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디자인 및 폰트 수정 가능여부 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990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</TotalTime>
  <Words>381</Words>
  <Application>Microsoft Office PowerPoint</Application>
  <PresentationFormat>사용자 지정</PresentationFormat>
  <Paragraphs>85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나눔고딕</vt:lpstr>
      <vt:lpstr>나눔고딕 ExtraBold</vt:lpstr>
      <vt:lpstr>서울알림체 Heavy</vt:lpstr>
      <vt:lpstr>Arial</vt:lpstr>
      <vt:lpstr>Calibri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비브라운코리아_2026킥오프_로고초안</dc:title>
  <dc:creator>HP</dc:creator>
  <cp:lastModifiedBy>U1 유일</cp:lastModifiedBy>
  <cp:revision>5</cp:revision>
  <dcterms:created xsi:type="dcterms:W3CDTF">2026-01-12T22:26:05Z</dcterms:created>
  <dcterms:modified xsi:type="dcterms:W3CDTF">2026-01-30T03:56:17Z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2026-01-12T00:00:00Z</vt:filetime>
  </property>
  <property fmtid="{D5CDD505-2E9C-101B-9397-08002B2CF9AE}" pid="3" name="Creator">
    <vt:lpwstr>Adobe Illustrator 30.1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2026-01-12T00:00:00Z</vt:filetime>
  </property>
  <property fmtid="{D5CDD505-2E9C-101B-9397-08002B2CF9AE}" pid="6" name="Producer">
    <vt:lpwstr>Adobe PDF library 17.00</vt:lpwstr>
  </property>
</Properties>
</file>